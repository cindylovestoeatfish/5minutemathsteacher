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7 x 6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-3 x 4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2 x 5 - 3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Which quadrant does the point (3, -2) lie 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4th quadrant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If y = 2x + 1, find y when x = 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Plotting Straight-Line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complete a table of values for a linear equation.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plot coordinates to draw a straight-line 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Coordinate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Table of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Linear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Coordinates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Sat navs, video games and weather maps all use coordinates to fix positions.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straight-line graph lets us see the relationship between two quantities at a glance.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If you know an equation linking two quantities, how could you find points to draw its graph?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Complete a table of values for y = x + 2 (x = -2 to 2), then plot the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Substitute each x-value. x=-2: y=0. x=-1: y=1. x=0: y=2. x=1: y=3. x=2: y=4.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Write the coordinate pairs: (-2,0), (-1,1), (0,2), (1,3), (2,4).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Plot each point on the grid.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4: Join the points with a straight line and extend it across the grid.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937261"/>
            <a:ext cx="3977639" cy="3977638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143999" y="354329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75469" y="321182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806939" y="288035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2387" y="267004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(0, 2)</a:t>
            </a:r>
          </a:p>
        </p:txBody>
      </p:sp>
      <p:sp>
        <p:nvSpPr>
          <p:cNvPr id="54" name="Oval 53"/>
          <p:cNvSpPr/>
          <p:nvPr/>
        </p:nvSpPr>
        <p:spPr>
          <a:xfrm>
            <a:off x="10138409" y="254888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69879" y="221741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25327" y="200710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(2, 4)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Complete a table of values for y = 2x - 1 (x = -2 to 2), then plot the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Substitute each x-value. x=-2: y=___. x=-1: y=___. x=0: y=___. x=1: y=___. x=2: y=___.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Write the coordinate pairs.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Plot each point on the grid.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(-2,-5), (-1,-3), (0,-1), (1,1), (2,3). Join with a straight line.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5714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143999" y="520064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75469" y="453770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806939" y="387476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2387" y="366445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-1)</a:t>
            </a:r>
          </a:p>
        </p:txBody>
      </p:sp>
      <p:sp>
        <p:nvSpPr>
          <p:cNvPr id="54" name="Oval 53"/>
          <p:cNvSpPr/>
          <p:nvPr/>
        </p:nvSpPr>
        <p:spPr>
          <a:xfrm>
            <a:off x="10138409" y="321182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69879" y="254888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25327" y="233857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(2, 3)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Complete the table for y = 3x (x = -2 to 2), then list the coordinate pairs.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(-2,-6), (-1,-3), (0,0), (1,3), (2,6)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Complete the table for y = x - 3 (x = -2 to 2).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(-2,-5), (-1,-4), (0,-3), (1,-2), (2,-1)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Complete the table for y = -2x + 1 (x = -2 to 2).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(-2,5), (-1,3), (0,1), (1,-1), (2,-3)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Complete the table for y = 0.5x + 2 (x = -4, -2, 0, 2, 4).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(-4,0), (-2,1), (0,2), (2,3), (4,4)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 table of values gives y = 5, 7, 9, 11, 13 for x = 0, 1, 2, 3, 4. Find the equation of the line in the form y = mx + c.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Gradient = 2 (y increases by 2 each time), y-intercept = 5. Equation: y = 2x + 5.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Explain why the graphs of y = x + 2 and y = x - 3 are parallel lines, without drawing them.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Both have gradient 1, so they are equally steep and point the same way — only the y-intercept differs, so the lines never meet.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Coordinate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Split into teams. Each team is given a table of values.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One at a time, run up and plot a single point on the board grid, then tag the next teammate.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First team to correctly plot every point and draw the line wins!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If y = 4x - 1, what point on the line has x = 2? Show your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