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9 x 7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-8 + -5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6 + 2 x (9 - 4)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Find the nth term of 5, 9, 13, 17.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4n + 1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nth term = 5n + 6. Is 61 in the sequence?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Yes, n = 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3 · LESSON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00000"/>
                </a:solidFill>
                <a:latin typeface="Arial"/>
              </a:rPr>
              <a:t>Sequences: Unit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apply all the sequence skills from this unit to solve mixed problems.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identify which method (term-to-term, nth term, quadratic) fits a given problem.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Term-to-term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nth term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Quadratic sequence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Sequence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Over the last three weeks you have gone from simple patterns to quadratic sequences.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Today: prove what you know across the whole unit.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Which sequence skill from this unit do you feel most confident with, and which needs more practice?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Sequence 8, 13, 18, 23, ... Find the nth term, the 30th term, and check if 100 is in the sequence.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nth term: difference=5, constant=8-5=3, so nth term = 5n + 3.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30th term: 5(30)+3 = 153.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Is 100 in it? 5n+3=100 gives n=19.4, not a whole number — so 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Sequence 40, 33, 26, 19, ... Find the nth term, the 12th term, and describe the sequence.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nth term: difference=___, constant=40+7=___, so nth term = ___ - ___n.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12th term: 47 - 7(12)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Is it ascending or descending, and why?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nth term = 47 - 7n. 12th term = -37. Descending, because the difference is negative.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Question 1 is scaffolded to get you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Q1  (scaffold)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Sequence 2, 9, 16, 23. Find the term-to-term rule, the nth term, and the 20th term.</a:t>
            </a:r>
          </a:p>
          <a:p>
            <a:pPr>
              <a:spcBef>
                <a:spcPts val="600"/>
              </a:spcBef>
            </a:pPr>
            <a:r>
              <a:rPr sz="1600" b="0" i="1">
                <a:solidFill>
                  <a:srgbClr val="595959"/>
                </a:solidFill>
                <a:latin typeface="Arial"/>
              </a:rPr>
              <a:t>Rule = ___. nth term = ___n - ___. 20th term = ___.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Sequence 3, 7, 12, 18, 25 (quadratic). Find the first and second differences and the coefficient of n².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nth term = 9n - 6. Find the 15th term and check whether 300 is in the sequence.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A gym costs £25 to join plus £18 per month. Find the nth term for total cost, the cost after 18 months, and how many months £493 buys.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Sequence A has nth term n² + 1. Sequence B has nth term 4n - 2. Find the value(s) of n where both sequences give the same term value.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Design a real-life scenario that matches the nth term rule 12n + 40. Explain what the 40 and the 12 represent in your scenario.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Sequences Quiz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Whole-class team quiz: 6 rapid-fire questions covering the whole unit — term-to-term, nth term, special sequences, spotting quadratics.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Teams buzz in or hold up whiteboards to answer — fastest correct answer scores.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Finish with a traffic-light self-assessment: green, amber or red on each key skill from the unit.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937760"/>
            <a:ext cx="11277295" cy="109728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b="1" i="0">
                <a:solidFill>
                  <a:srgbClr val="000000"/>
                </a:solidFill>
                <a:latin typeface="Arial"/>
              </a:rPr>
              <a:t>Exit check: Traffic light check: rate yourself green/amber/red on term-to-term rules, nth term, and quadratic sequences.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