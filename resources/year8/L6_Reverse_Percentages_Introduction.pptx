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State the multiplier for a 20% increase.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State the multiplier for a 15% decrease.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0.85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Increase £120 by 15% using a multiplier.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£138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Decrease £90 by 40% using a multiplier.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Decrease £500 by 12% using a multiplier.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£440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2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Reverse Percentages —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Understand what a reverse percentage problem is asking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Find an original amount when the new amount and percentage change are known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Identify the correct multiplier to divide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Reverse percentage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Original amount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Divide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Multiplier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Unknown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Working Backwards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Sometimes we know the amount AFTER a percentage change, and need to find the amount BEFORE.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This is called a reverse percentage — and multiplying won't work, we need to divide.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The key is finding the correct multiplier first, then dividing the new amount by it.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A jumper now costs £48 after a 20% price increase. Do you think the original price was more or less than £48 — and why?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After a 20% increase, a price is £96. Find the original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 20% increase means the new amount is 120% of the original: 120% = 1.2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Divide the new amount by the multiplier: 96 ÷ 1.2 = 80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The original price was £80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Check: 80 × 1.2 = 96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After a 15% decrease, a price is £68. Find the original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 15% decrease means the new amount is 85% of the original: 85% = 0.85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Divide: 68 ÷ 0.85 = 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New price £110 after a 10% increase. Find the original price.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New price £54 after a 10% decrease. Find the original price.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New price £161 after a 15% increase. Find the original price.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New price £72 after a 20% decrease. Find the original price.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shop reduces prices by 30% in a sale. The sale price is £42. Find the original price.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51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83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583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salary after an 8% rise is £27,000. Find the original salary.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158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£25,000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Reverse 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reverse-percentage question. Students state the multiplier, then divide to find the original amount.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£132, after +10%?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£45, after −25%?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£84, after +20%?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£51, after −15%?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£115, after +15%?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£68, after −20%?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£126, after +5%?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£57, after −5%?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A phone now costs £115.50 after a 10% increase. Find the original price.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