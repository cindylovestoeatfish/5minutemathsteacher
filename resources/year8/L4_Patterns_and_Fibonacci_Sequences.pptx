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7 x 6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-9 + 15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5 x 3 - 4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Is 64 a square number, a cube number, or both?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Both (8² and 4³)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What is the 5th triangular number?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1 · LESSON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000000"/>
                </a:solidFill>
                <a:latin typeface="Arial"/>
              </a:rPr>
              <a:t>Patterns and Fibonacci Sequences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find the term-to-term rule of a Fibonacci-type sequence.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generate sequences from a spatial or pictorial pattern.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Fibonacci sequence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Pattern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Spatial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Nature's Number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Sunflower spirals, pinecones and shell shapes often follow the Fibonacci sequence: 1, 1, 2, 3, 5, 8 ...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Each term is the sum of the two terms before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What do you think the rule is, and what comes after 8?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Continue the Fibonacci sequence: 1, 1, 2, 3, 5, 8,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Rule: add the previous two terms together.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5 + 8 = 13.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13.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Continue: 2, 5, 7, 12, 19,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Check the rule: 2 + 5 = 7, 5 + 7 = 12, 7 + 12 = 19. Rule confirmed.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12 + 19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19 + ___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31, 50.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Question 1 is scaffolded to get you started.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Q1  (scaffold)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1, 3, 4, 7, 11, ... find the next 2 terms.</a:t>
            </a:r>
          </a:p>
          <a:p>
            <a:pPr>
              <a:spcBef>
                <a:spcPts val="600"/>
              </a:spcBef>
            </a:pPr>
            <a:r>
              <a:rPr sz="1600" b="0" i="1">
                <a:solidFill>
                  <a:srgbClr val="595959"/>
                </a:solidFill>
                <a:latin typeface="Arial"/>
              </a:rPr>
              <a:t>Add the previous two terms: 7 + 11 = ___.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3, 3, 6, 9, 15, ... find the next 2 terms.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A matchstick triangle pattern uses 4, 7, 10 sticks for 1, 2, 3 triangles. Find the sticks needed for 4 and 5 triangles.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Create your own Fibonacci-type sequence starting with 2 and 4. Write the first 6 terms.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In the Fibonacci sequence 1, 1, 2, 3, 5, 8, 13, 21 ..., find the first term greater than 100.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1480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 pattern of bordered squares has 1, 9, 25, 49 squares at each step. Describe the rule connecting the step number to the total, and predict step 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Fibonacci Human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95959"/>
                </a:solidFill>
                <a:latin typeface="Arial"/>
              </a:rPr>
              <a:t>Stand in a line. Starting from the two numbers given, each person adds the previous two and calls out the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1. Start 1, 1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1, 1, 2, 3, 5, 8, 13, 21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2. Start 2, 3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2, 3, 5, 8, 13, 21, 34, 55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3. Start 1, 4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1, 4, 5, 9, 14, 23, 37, 60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4. Start 5, 5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5, 5, 10, 15, 25, 40, 65, 105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5. Start 0, 1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0, 1, 1, 2, 3, 5, 8, 13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6. Start 3, 1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3, 1, 4, 5, 9, 14, 23, 37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Exit check: In your own words, explain the rule for a Fibonacci-type sequence to your partner.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