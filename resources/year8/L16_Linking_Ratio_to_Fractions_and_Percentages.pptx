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The ratio of tea:coffee drinkers is 5:3. There are 20 tea drinkers. How many coffee drinkers?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Share £96 in the ratio 3:5.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£36 and £60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Convert 3/10 to a percentage.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Convert 62.5% to a fraction in simplest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Find 30% of £150.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4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Linking Ratio to Fractions and Percentages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Convert a ratio to a fraction of the whole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Convert a ratio to a percentage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Compare ratio, fraction and percentage representations of the same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Fraction of whole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Convert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Proportion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Three Views, One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 ratio, a fraction and a percentage can all describe exactly the same split.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total number of parts in a ratio becomes the denominator of the fraction.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Once you have the fraction, converting to a percentage uses the same skill from Week 1.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ratio of red:blue counters is 1:1. What fraction and percentage of counters are 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ratio of red:blue counters is 3:7. What fraction and percentage of counters are 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parts = 3 + 7 = 10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Fraction that are red = 3/10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Percentage = 3/10 × 100 =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The ratio of wins:losses for a team is 5:3. What percentage of games were wins?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parts = 5 + 3 = 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Fraction of wins = 5/8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Percentage = 5/8 × 100 = 62.5%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1:4. Find the fraction and percentage of the first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1/5,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2:3. Find the percentage of the second quantity.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7:3. Find the percentage of the first quantity.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9:11. Find the percentage of the second quantity.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fruit bowl has apples:oranges:bananas in ratio 3:4:5. What percentage are bananas?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≈41.7%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In a survey, the ratio of yes:no:unsure answers is 13:5:2. What fraction said yes?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Ratio-Fraction-Percent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ratio. Students convert the first quantity to a percentage of the whole.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Ratio 1:3,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Ratio 3:2,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Ratio 2:8,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Ratio 9:1,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Ratio 1:1,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Ratio 3:7,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Ratio 4:6,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Ratio 11:9,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ratio of boys:girls is 4:5. What percentage of the group are girls?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