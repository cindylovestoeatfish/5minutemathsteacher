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2x + 6 = 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5x − 4 = 2x + 11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Solve: 4(x + 3) =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Solve: x ÷ 5 − 2 =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Solve: 7x + 1 = 3x + 25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4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Solving Equations in Real-Life Contexts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Form equations from real-life scenarios (cost comparisons, etc.)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the resulting equation, including unknowns on both sides where needed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Interpret the solution in context, including a stretch comparison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Real-life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Form an equation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Interpret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Which Taxi Is Cheaper?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Taxi A charges a £3 flat fee plus £2 per mile. Taxi B charges a £1 flat fee plus £3 per mile.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We can write each cost as an equation: Taxi A = 3 + 2x, Taxi B = 1 + 3x, where x is the number of miles.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 find out when they cost the same, we set the two expressions equal and solve.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Do you think Taxi A or Taxi B is cheaper for a short journey? What about a long journey?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Taxi A costs (3 + 2x) pounds. Taxi B costs (1 + 3x) pounds. Find the distance x at which both taxis cost the same.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Set the two costs equal: 3 + 2x = 1 + 3x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2x from both sides: 3 = 1 + x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1 from both sides: x = 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Taxi A = 3 + 2×2 = 7. Taxi B = 1 + 3×2 = 7 ✓ Both cost £7 at 2 miles.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A tank's water height is (2x + 5) cm on one side and (4x − 3) cm on the other, and the heights are equal. Find 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Set the two heights equal: 2x + 5 = 4x − 3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2x from both sides: 5 = 2x − 3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Add 3 to both sides: 8 = 2x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2: x = 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2×4+5=13, 4×4−3=13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Phone Plan A costs (5 + 2x) pounds; Plan B costs (1 + 4x) pounds, x = GB of data. Find x when the plans cost the same.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A garden bed is (3x + 2) m long in one design and (x + 10) m long in another. Find x when the lengths are equal.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'Add 5 to a number' gives the same result as 'multiply it by 3, then subtract 3'. Find the number.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Bus Fare A costs (4 + x) pounds for x stops; Fare B costs (2x − 2) pounds. Find x when both fares are equal.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Taxi C: £5 flat fee + £1.50/mile. Taxi D: no flat fee, £3.50/mile. After how many miles do they cost the same — and which would you recommend for a 10-mile journey?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2.5 miles; for 10 miles, Taxi C = £20, Taxi D = £35, so recommend Taxi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Tank X height = (30 − 2x) cm, Tank Y height = (10 + 3x) cm, x = minutes. Find when they're equal, and the height.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 minutes, height = 22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Which Plan Wins?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Teams form the break-even equation for each plan pair, solve it, then present which plan they'd recommend.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Plan A: 6+2x   Plan B: 2+4x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2, both cost £10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Plan A: 10+x   Plan B: 4+3x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3, both cost £13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Plan A: 3+5x   Plan B: 15+2x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4, both cost £23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Plan A: 8+3x   Plan B: 2+6x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2, both cost £14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Plan A: 12+x   Plan B: 4+2x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8, both cost £20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Plan A: 5+4x   Plan B: 9+2x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2, both cost £13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Plan A costs (2 + 3x) pounds and Plan B costs (8 + x) pounds. Find x when both plans cost the same.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