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9 x 8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-4 x -6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7 + 3 x (5 - 2)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nth term = 3n + 4. Find the 8th term.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nth term = 6n - 1. Find the 5th term.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Is It In the Sequence?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use the nth term rule to test whether a given number belongs to a sequence.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solve equations to find the position of a term.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nth term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Equation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Solve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Whole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The Sequence Puzzle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rule is 4n + 3.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Is 59 one of the terms? Is 100? How could we check without listing every term?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equation could we set up to test if a number is in the sequence?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nth term = 5n + 2. Is 47 in the sequence?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Set the nth term equal to 47: 5n + 2 = 47.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Solve: 5n = 45, so n = 9.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n is a whole number, so yes — 47 is the 9th term.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nth term = 6n - 3. Is 40 in the sequence?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Set up the equation: 6n - 3 = 40.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Solve: 6n = ___, so n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Is n a whole number?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n = 7.17, not a whole number, so no — 40 is not in the 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3n + 7. Is 34 in the sequence?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Set 3n + 7 = 34. Solve for n. Whole number?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8n - 5. Is 59 in the sequence?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4n + 1. Is 50 in the sequence?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7n + 2. Is 99 in the sequence? If not, give the two nearest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has nth term 6n + 1. Explain why none of the terms can ever be an even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Show that 38 appears in the sequence with nth term 5n + 3. Does 38 also appear in the sequence with nth term 8n - 9?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In or Out?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Call list — thumbs up if the number is in the sequence, thumbs down if not. Decide fast, then check!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nth term 6n − 1: is 41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(n = 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nth term 6n − 1: is 40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nth term 4n + 3: is 51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(n = 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nth term 4n + 3: is 50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nth term 7n + 2: is 65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(n = 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nth term 7n + 2: is 60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nth term 9n − 4: is 50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Yes (n =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nth term 9n − 4: is 52 in it?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nth term = 9n - 4. Is 50 in the sequence? Show your check.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