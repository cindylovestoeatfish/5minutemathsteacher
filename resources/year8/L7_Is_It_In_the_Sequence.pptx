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9 x 8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-4 x -6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7 + 3 x (5 - 2)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nth term = 3n + 4. Find the 8th term.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nth term = 6n - 1. Find the 5th term.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2 · LESSON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000000"/>
                </a:solidFill>
                <a:latin typeface="Arial"/>
              </a:rPr>
              <a:t>Is It In the Sequence?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use the nth term rule to test whether a given number belongs to a sequence.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solve equations to find the position of a term.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nth term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Equation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Solve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Whole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The Sequence Puzzle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A sequence rule is 4n + 3.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Is 59 one of the terms? Is 100? How could we check without listing every term?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What equation could we set up to test if a number is in the sequence?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nth term = 5n + 2. Is 47 in the sequence?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Set the nth term equal to 47: 5n + 2 = 47.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Solve: 5n = 45, so n = 9.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n is a whole number, so yes — 47 is the 9th term.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nth term = 6n - 3. Is 40 in the sequence?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Set up the equation: 6n - 3 = 40.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Solve: 6n = ___, so n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Is n a whole number?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n = 7.17, not a whole number, so no — 40 is not in the sequence.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Question 1 is scaffolded to get you started.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Q1  (scaffold)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nth term = 3n + 7. Is 34 in the sequence?</a:t>
            </a:r>
          </a:p>
          <a:p>
            <a:pPr>
              <a:spcBef>
                <a:spcPts val="600"/>
              </a:spcBef>
            </a:pPr>
            <a:r>
              <a:rPr sz="1600" b="0" i="1">
                <a:solidFill>
                  <a:srgbClr val="595959"/>
                </a:solidFill>
                <a:latin typeface="Arial"/>
              </a:rPr>
              <a:t>Set 3n + 7 = 34. Solve for n. Whole number?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nth term = 8n - 5. Is 59 in the sequence?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nth term = 4n + 1. Is 50 in the sequence?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nth term = 7n + 2. Is 99 in the sequence? If not, give the two nearest terms.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 sequence has nth term 6n + 1. Explain why none of the terms can ever be an even number.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11480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Show that 38 appears in the sequence with nth term 5n + 3. Does 38 also appear in the sequence with nth term 8n - 9?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In or Out?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The teacher gives an nth term rule, then calls out numbers one at a time.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Thumbs up if the number is in the sequence, thumbs down if it is not — no talking, decide fast!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6-8 rapid rounds. Be ready to explain your answer if picked.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937760"/>
            <a:ext cx="11277295" cy="109728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b="1" i="0">
                <a:solidFill>
                  <a:srgbClr val="000000"/>
                </a:solidFill>
                <a:latin typeface="Arial"/>
              </a:rPr>
              <a:t>Exit check: nth term = 9n - 4. Is 50 in the sequence? Show your 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