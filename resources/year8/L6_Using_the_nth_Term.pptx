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11 x 5 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-12 ÷ 4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18 ÷ (2 + 4) 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Find the nth term of 7, 12, 17, 22, 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5n + 2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Find the nth term of 9, 14, 19, 24, 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5n + 4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2 · LESSON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000000"/>
                </a:solidFill>
                <a:latin typeface="Arial"/>
              </a:rPr>
              <a:t>Using the nth Term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substitute values of n into an nth term rule to generate terms.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find any term of a sequence directly using its position.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Substitute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nth term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Position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992624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Generate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Skip the 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A theatre has rows of seats, where row n has 2n + 8 seats.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How many seats are in row 20 — without counting every row?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What would you substitute into the rule to find row 20?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nth term = 4n + 3. Find the 1st, 2nd, 3rd and 10th terms.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7729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Substitute n=1: 4(1)+3 = 7.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Substitute n=2: 4(2)+3 = 11.  n=3: 4(3)+3 = 15.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Substitute n=10: 4(10)+3 = 43.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Answer: 7, 11, 15 ... 10th term = 43.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nth term = 6n - 2. Find the 1st, 2nd, 3rd and 15th terms.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7729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n=1: 6(1)-2 = ___.  n=2: 6(2)-2 = ___.  n=3: ___.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n=15: 6(15)-2 = ___.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Answer: 4, 10, 16 ... 15th term = 88.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Question 1 is scaffolded to get you started.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Q1  (scaffold)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nth term = 3n + 5. Find the 1st, 2nd, 3rd and 10th terms.</a:t>
            </a:r>
          </a:p>
          <a:p>
            <a:pPr>
              <a:spcBef>
                <a:spcPts val="600"/>
              </a:spcBef>
            </a:pPr>
            <a:r>
              <a:rPr sz="1600" b="0" i="1">
                <a:solidFill>
                  <a:srgbClr val="595959"/>
                </a:solidFill>
                <a:latin typeface="Arial"/>
              </a:rPr>
              <a:t>n=1: 3(1)+5=___.  n=10: 3(10)+5=___.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nth term = 8n - 1. Find the 1st, 2nd, 3rd and 20th terms.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nth term = 5n + 9. Find the 4th and 30th terms.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nth term = 7n - 5. Find the 12th term, then find which term number gives a value of 65.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19202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46304" bIns="91440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2200" b="0" i="0">
                <a:solidFill>
                  <a:srgbClr val="000000"/>
                </a:solidFill>
                <a:latin typeface="Arial"/>
              </a:rPr>
              <a:t>The nth term of a sequence is 2n² + 1. Find the first three terms and the 6th term.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11277295" cy="19202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46304" bIns="91440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2200" b="0" i="0">
                <a:solidFill>
                  <a:srgbClr val="000000"/>
                </a:solidFill>
                <a:latin typeface="Arial"/>
              </a:rPr>
              <a:t>A sequence has nth term An + B. The 3rd term is 17 and the 5th term is 27. Find A and 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Row Number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95959"/>
                </a:solidFill>
                <a:latin typeface="Arial"/>
              </a:rPr>
              <a:t>Using the rule given, calculate the number of seats for each row on your whiteboard — race the clock.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1. Row 5 (rule 2n + 8)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18 seats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99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2. Row 12 (rule 2n + 8)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32 seats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653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3. Row 20 (rule 2n + 8)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48 seats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18745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4. Row 8 (new rule 3n + 5)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29 seats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31699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5. Row 15 (rule 3n + 5)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50 seats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44653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6. Row 25 (rule 3n + 5)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80 seats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897880"/>
            <a:ext cx="11277295" cy="5486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Exit check: If the nth term is 4n + 7, what is the 9th term? Show your working.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