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11 x 5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-12 ÷ 4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18 ÷ (2 + 4)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Find the nth term of 7, 12, 17, 22, 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5n + 2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Find the nth term of 9, 14, 19, 24, 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5n + 4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2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Using the nth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substitute values of n into an nth term rule to generate terms.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find any term of a sequence directly using its position.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Substitute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Position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Generate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Skip the Counting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A theatre has rows of seats, where row n has 2n + 8 seats.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How many seats are in row 20 — without counting every row?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What would you substitute into the rule to find row 20?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nth term = 4n + 3. Find the 1st, 2nd, 3rd and 10th terms.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n=1: 4(1)+3 = 7.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n=2: 4(2)+3 = 11.  n=3: 4(3)+3 = 15.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n=10: 4(10)+3 = 43.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7, 11, 15 ... 10th term = 43.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nth term = 6n - 2. Find the 1st, 2nd, 3rd and 15th terms.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n=1: 6(1)-2 = ___.  n=2: 6(2)-2 = ___.  n=3: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n=15: 6(15)-2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4, 10, 16 ... 15th term = 88.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3n + 5. Find the 1st, 2nd, 3rd and 10th terms.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n=1: 3(1)+5=___.  n=10: 3(10)+5=___.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8n - 1. Find the 1st, 2nd, 3rd and 20th terms.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5n + 9. Find the 4th and 30th terms.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nth term = 7n - 5. Find the 12th term, then find which term number gives a value of 65.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The nth term of a sequence is 2n² + 1. Find the first three terms and the 6th term.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has nth term An + B. The 3rd term is 17 and the 5th term is 27. Find A and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Row Number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1277295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Using the theatre rule 2n + 8, the teacher calls out a row number.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Calculate the number of seats on your whiteboard as fast as you can — race the clock.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Difficulty increases each round: bigger row numbers, then a new rule.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937760"/>
            <a:ext cx="11277295" cy="109728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2200" b="1" i="0">
                <a:solidFill>
                  <a:srgbClr val="000000"/>
                </a:solidFill>
                <a:latin typeface="Arial"/>
              </a:rPr>
              <a:t>Exit check: If the nth term is 4n + 7, what is the 9th term? Show your working.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