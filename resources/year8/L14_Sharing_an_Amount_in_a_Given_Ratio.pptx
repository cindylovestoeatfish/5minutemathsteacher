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Simplify 32:40.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Simplify 18:24.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3:4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Simplify 25:10.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5:2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Find 40% of £60.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18 out of 24 as a percentage.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4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Sharing an Amount in a Given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Share a total amount into a given ratio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the value of one part before finding each share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ratio sharing to real contexts such as money and recipes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Total 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Value of one 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Divide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Fair Shares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Ratios are often used to share something fairly but not equally — for example, splitting profits.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key idea is finding the VALUE OF ONE PART first, then scaling it up for each share.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Total parts = sum of the ratio numbers; one part = total amount ÷ total parts.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Two friends share £60 in the ratio 2:3 for doing unequal amounts of work. Who gets more, and roughly how much?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Share £60 between Amy and Ben in the ratio 2:3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2 + 3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Value of 1 part = 60 ÷ 5 = 12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Amy's share = 2 × 12 = 24; Ben's share = 3 × 12 = 36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Check: 24 + 36 = 60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Share 40 sweets in the ratio 3:5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3 + 5 = 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Value of 1 part = 40 ÷ 8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Shares: 3 × 5 = 15 and 5 × 5 =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£50 in the ratio 1:4.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 and £40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72 in the ratio 2:7.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16 and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£90 in the ratio 4:5.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£40 and £50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66 in the ratio 5:6.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30 and 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Share £120 between three people in the ratio 2:3:5.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£24, £36 and £60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recipe uses flour and sugar in the ratio 5:2. If 350g of flour is used, how much sugar is needed?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140g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Sharing Showdown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sharing question. Students find the value of one part first, then both shares.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Share £40 in ratio 1:3?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 and £30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Share 60 in ratio 2:3?   </a:t>
            </a:r>
            <a:r>
              <a:rPr sz="1500" b="1">
                <a:solidFill>
                  <a:srgbClr val="2B6B3D"/>
                </a:solidFill>
                <a:latin typeface="Arial"/>
              </a:rPr>
              <a:t>24 and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Share £70 in ratio 3:4?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£30 and £40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Share 45 in ratio 4:5?   </a:t>
            </a:r>
            <a:r>
              <a:rPr sz="1500" b="1">
                <a:solidFill>
                  <a:srgbClr val="2B6B3D"/>
                </a:solidFill>
                <a:latin typeface="Arial"/>
              </a:rPr>
              <a:t>20 and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Share £84 in ratio 2:5?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£24 and £60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Share 100 in ratio 3:7?   </a:t>
            </a:r>
            <a:r>
              <a:rPr sz="1500" b="1">
                <a:solidFill>
                  <a:srgbClr val="2B6B3D"/>
                </a:solidFill>
                <a:latin typeface="Arial"/>
              </a:rPr>
              <a:t>30 and 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Share £54 in ratio 1:5?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 and £45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Share 96 in ratio 5:3?   </a:t>
            </a:r>
            <a:r>
              <a:rPr sz="1500" b="1">
                <a:solidFill>
                  <a:srgbClr val="2B6B3D"/>
                </a:solidFill>
                <a:latin typeface="Arial"/>
              </a:rPr>
              <a:t>60 and 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Share £96 in the ratio 3:5.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