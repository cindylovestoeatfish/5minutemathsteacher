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7 x 12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-8 + 3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6 x 3 - 2 x 4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Write a line parallel to y = 4x + 2 through (0, 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 = 4x + 5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What is the reciprocal of 3?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Perpendicular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recognise that perpendicular lines have gradients that are negative reciprocals of each other.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equation of a line perpendicular to a given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Perpendicular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Negative reciprocal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Right Angles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corner of a building meets the ground at a right angle.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Perpendicular lines are everywhere in construction — what rule connects their gradients?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parallel lines have equal gradients, what might perpendicular gradients look like?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gradient perpendicular to a line with gradient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Find the reciprocal of the gradient: reciprocal of 2 is 1/2.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Make it negative: -1/2.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Check: 2 x (-1/2) = -1 (the product of perpendicular gradients is always -1).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perpendicular gradient = -1/2 (e.g. y = 2x + 1 is perpendicular to y = -0.5x + 3).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72008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63840" y="1600200"/>
            <a:ext cx="3977639" cy="1988819"/>
          </a:xfrm>
          <a:prstGeom prst="line">
            <a:avLst/>
          </a:prstGeom>
          <a:ln w="31750">
            <a:solidFill>
              <a:srgbClr val="C1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806939" y="3211829"/>
            <a:ext cx="91440" cy="91440"/>
          </a:xfrm>
          <a:prstGeom prst="ellipse">
            <a:avLst/>
          </a:prstGeom>
          <a:solidFill>
            <a:srgbClr val="1F3C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2387" y="300151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3C88"/>
                </a:solidFill>
                <a:latin typeface="Arial"/>
              </a:rPr>
              <a:t>y=2x+1</a:t>
            </a:r>
          </a:p>
        </p:txBody>
      </p:sp>
      <p:sp>
        <p:nvSpPr>
          <p:cNvPr id="53" name="Oval 52"/>
          <p:cNvSpPr/>
          <p:nvPr/>
        </p:nvSpPr>
        <p:spPr>
          <a:xfrm>
            <a:off x="9806939" y="2548889"/>
            <a:ext cx="91440" cy="91440"/>
          </a:xfrm>
          <a:prstGeom prst="ellipse">
            <a:avLst/>
          </a:prstGeom>
          <a:solidFill>
            <a:srgbClr val="C16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2387" y="233857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C16E1F"/>
                </a:solidFill>
                <a:latin typeface="Arial"/>
              </a:rPr>
              <a:t>y=-0.5x+3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gradient perpendicular to a line with gradient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Find the reciprocal of 4: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Make it negative: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Check: 4 x (your answer) should equal -1.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perpendicular gradient = -1/4.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4366258"/>
            <a:ext cx="3977639" cy="15910555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63840" y="3091814"/>
            <a:ext cx="3977639" cy="994410"/>
          </a:xfrm>
          <a:prstGeom prst="line">
            <a:avLst/>
          </a:prstGeom>
          <a:ln w="31750">
            <a:solidFill>
              <a:srgbClr val="C1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806939" y="354329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2387" y="333298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crosses at origin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perpendicular to a line with gradient 3.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-1/3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perpendicular to a line with gradient -2.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Is y = 2x + 1 perpendicular to y = -0.5x + 4?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Yes — 2 x -0.5 = -1, confirming they are perpendicular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Write the equation of a line perpendicular to y = 4x - 1 that passes through (0, 3).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-0.25x + 3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Two lines have gradients 2/3 and -3/2. Are they perpendicular? Show how you know.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2/3 x -3/2 = -1, so yes, the lines are perpendicular.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square has one side lying on the line y = x + 1. What is the gradient of the adjacent side?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Gradient of y = x + 1 is 1. The adjacent side is perpendicular, so its gradient is -1 (the negative reciprocal of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Right-Angle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Multiply each gradient pair on your whiteboard — if the answer is -1, they're perpendicular!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m = 2 &amp; m = -0.5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Perpendicular (2 x -0.5 = 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m = 3 &amp; m = -1/3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Perpendicular (3 x -1/3 = 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m = 4 &amp; m = 0.25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Not perpendicular (4 x 0.25 =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m = -2 &amp; m = 0.5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Perpendicular (-2 x 0.5 = 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m = 5 &amp; m = -5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Not perpendicular (5 x -5 = -25)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m = 1 &amp; m = -1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Perpendicular (1 x -1 = 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What gradient would be perpendicular to a line with gradient -5?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