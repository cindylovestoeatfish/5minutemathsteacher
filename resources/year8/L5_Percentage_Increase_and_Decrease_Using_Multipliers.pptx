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RETRIEVAL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Answer on paper or mini-whiteboards. No calculators.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508760"/>
            <a:ext cx="31391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1.  Increase £40 by 25% (add/subtract method).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65960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£50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2.  Decrease £80 by 10% (add/subtract method).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79192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£72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3.  Increase £120 by 5%.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92424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£126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05656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4.  Decrease £250 by 12%.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05656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£220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5.  Increase £64 by 25%.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818888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£80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WEEK 2 · LESSON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Date: _______________________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0000"/>
                </a:solidFill>
                <a:latin typeface="Arial"/>
              </a:rPr>
              <a:t>Percentage Increase and Decrease Using Multipliers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6949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Use a single multiplier for percentage increase and decrease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Apply the multiplier method efficiently to real-life problems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Link the multiplier method to the add/subtract 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88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Arial"/>
              </a:rPr>
              <a:t>Key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9184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Multiplier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75878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Increase multiplier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22572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Decrease multiplier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69266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Efficient method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515960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Percentage 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A Faster 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Finding the percentage and adding/subtracting works, but takes two steps.</a:t>
            </a:r>
          </a:p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A single multiplier does both steps at once: 100% + 15% = 115% = 1.15.</a:t>
            </a:r>
          </a:p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For a decrease, 100% − 40% = 60% = 0.6 — multiply the original amount by this directly.</a:t>
            </a:r>
          </a:p>
          <a:p>
            <a:pPr algn="l"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</a:rPr>
              <a:t>Think, pair, share: What single multiplier would increase an amount by 8%?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MODELLING: I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I Do — Teacher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Increase £120 by 15% using a multiplier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1480"/>
            <a:ext cx="11277295" cy="425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100% + 15% = 115%, which as a decimal is 1.15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Multiply: 120 × 1.15 = 138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£120 increased by 15% is £138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MODELLING: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We Do —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Decrease £90 by 40% using a multiplier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1480"/>
            <a:ext cx="11277295" cy="425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100% − 40% = 60%, which as a decimal is 0.6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Multiply: 90 × 0.6 = 54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INDEPENDENT PRACTICE: YOU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You Do —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Answers shown in green.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50000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29263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Increase £200 by 8% using a multiplier.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26216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£216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6486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5749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Decrease £80 by 25% using a multiplier.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9270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82972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62235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Increase £65 by 50% using a multiplier.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5918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£97.50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49458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28721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Decrease £500 by 12% using a multiplier.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025674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£440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Extension: finish early? Move on to the Challenge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/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For students who are ready to go further. Answers shown in green.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50000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30000"/>
            <a:ext cx="11277295" cy="325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Arial"/>
              </a:rPr>
              <a:t>A car worth £18,000 depreciates by 15%. Find its value after 1 year.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45755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£15,300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40075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20075"/>
            <a:ext cx="11277295" cy="651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Arial"/>
              </a:rPr>
              <a:t>A £45 item increases by 60%, then decreases by 60%. Is it back to £45? Show your working.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61585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No — final price £28.80, not £45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PLENARY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Arial"/>
              </a:rPr>
              <a:t>Multiplier Madness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00000"/>
            <a:ext cx="1127729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Arial"/>
              </a:rPr>
              <a:t>Read each multiplier question. Students state the multiplier first, then the final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50000"/>
            <a:ext cx="2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95959"/>
                </a:solidFill>
                <a:latin typeface="Arial"/>
              </a:rPr>
              <a:t>Grid numbers: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5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138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54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97.5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440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5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1. Multiplier for +12%?   </a:t>
            </a:r>
            <a:r>
              <a:rPr sz="1500" b="1">
                <a:solidFill>
                  <a:srgbClr val="2B6B3D"/>
                </a:solidFill>
                <a:latin typeface="Arial"/>
              </a:rPr>
              <a:t>1.12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8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2. Multiplier for −35%?   </a:t>
            </a:r>
            <a:r>
              <a:rPr sz="1500" b="1">
                <a:solidFill>
                  <a:srgbClr val="2B6B3D"/>
                </a:solidFill>
                <a:latin typeface="Arial"/>
              </a:rPr>
              <a:t>0.65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1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3. Increase £300 by 12%?   </a:t>
            </a:r>
            <a:r>
              <a:rPr sz="1500" b="1">
                <a:solidFill>
                  <a:srgbClr val="2B6B3D"/>
                </a:solidFill>
                <a:latin typeface="Arial"/>
              </a:rPr>
              <a:t>£336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4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4. Decrease £150 by 35%?   </a:t>
            </a:r>
            <a:r>
              <a:rPr sz="1500" b="1">
                <a:solidFill>
                  <a:srgbClr val="2B6B3D"/>
                </a:solidFill>
                <a:latin typeface="Arial"/>
              </a:rPr>
              <a:t>£97.50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4495" y="215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5. Multiplier for +8%?   </a:t>
            </a:r>
            <a:r>
              <a:rPr sz="1500" b="1">
                <a:solidFill>
                  <a:srgbClr val="2B6B3D"/>
                </a:solidFill>
                <a:latin typeface="Arial"/>
              </a:rPr>
              <a:t>1.08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4495" y="248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6. Increase £50 by 8%?   </a:t>
            </a:r>
            <a:r>
              <a:rPr sz="1500" b="1">
                <a:solidFill>
                  <a:srgbClr val="2B6B3D"/>
                </a:solidFill>
                <a:latin typeface="Arial"/>
              </a:rPr>
              <a:t>£54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4495" y="281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7. Multiplier for −45%?   </a:t>
            </a:r>
            <a:r>
              <a:rPr sz="1500" b="1">
                <a:solidFill>
                  <a:srgbClr val="2B6B3D"/>
                </a:solidFill>
                <a:latin typeface="Arial"/>
              </a:rPr>
              <a:t>0.55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4495" y="314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8. Decrease £220 by 45%?   </a:t>
            </a:r>
            <a:r>
              <a:rPr sz="1500" b="1">
                <a:solidFill>
                  <a:srgbClr val="2B6B3D"/>
                </a:solidFill>
                <a:latin typeface="Arial"/>
              </a:rPr>
              <a:t>£121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620000"/>
            <a:ext cx="1127729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"/>
              </a:rPr>
              <a:t>Exit check: State the multiplier for a 6% increase and use it to increase £150.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