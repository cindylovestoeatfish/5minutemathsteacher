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x + 8 =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x − 4 = 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Solve: 6x = 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Solve: x ÷ 7 =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-15 + 9 =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1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One-Step Equations: Consolidation and Mixed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any one-step equation (+, −, ×, ÷) confidently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Choose the correct inverse operation for a given equation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Build fluency and speed through mixed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Equation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Inverse operation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Substitute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Spot the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Before we solve an equation, the most important step is spotting what has been done to x.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Has x been added to, subtracted from, multiplied, or divided?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 we mix all four types together and practise choosing the right inverse quickly.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Look at x − 12 = 5 and 5x = 12. What's different about what's happening to x in each 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x − 9 = 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Spot the operation: 9 is subtracted from x.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Inverse is +9. Add 9 to both sides: x − 9 + 9 = -2 + 9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x = 7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7 − 9 = -2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7x = 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Spot the operation: x is multiplied by 7.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Inverse is ÷7. Divide both sides by 7: 7x ÷ 7 = -21 ÷ 7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x = -3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7 × (-3) = -21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+ 13 = 6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÷ 8 = -3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9x = 72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− 15 = -6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x ÷ 9 = -7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12x = -108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Step Detective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Show each equation with the final answer hidden — teams 'detect' the value of x, then reveal.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x + 11 = 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x − 6 = -13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6x = 54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x ÷ 7 = -8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x − 19 = -3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5x = -45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x + 8 = -1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x ÷ 9 = 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54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x ÷ 6 = -9 and check your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