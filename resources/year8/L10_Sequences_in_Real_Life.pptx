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7 x 9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-10 ÷ -2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4 x 3 + 2 x 5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Find the nth term of 60, 52, 44, 36.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68 - 8n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Is the sequence 30, 24, 18, 12 ascending or descending? Rule?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Descending, 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3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Sequences in Real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the nth term rule for a sequence generated from a real-life pattern.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use the nth term to solve real-life problems involving sequences.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nth term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Real-life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Tables, Tiles and Ticket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Pushing tables together seats 4 people at 1 table, 6 at 2 tables, 8 at 3 tables.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Real-life patterns like this can be modelled with a sequence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How many people could sit at 10 tables joined together?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Tables seat 4, 6, 8, 10 people. Find the nth term and the seats for 10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Difference = 2, constant = 4 - 2 = 2, so nth term = 2n + 2.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Substitute n=10: 2(10)+2 = 22.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nth term = 2n + 2. 10 tables seat 22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A matchstick triangle pattern uses 3, 5, 7 matches. Find the nth term and the matches for 15 triangles.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Difference = ___, constant = 3 - 2 = ___, so nth term = ___n +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Substitute n=15: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nth term = 2n + 1. 15 triangles need 31 matches.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Hexagon tiles show 6, 10, 14 sides. Find the nth term and sides for 8 tiles.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Difference = ___. nth term = ___n + ___. n=8 gives 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A phone plan costs £15 to join plus £20 per month. Find the nth term for total cost, then the cost after 12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A stack of chairs: 1 chair is 45cm tall, each extra chair adds 8cm. Find the nth term for stack height, and the height of 20 chairs.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A pentagon matchstick pattern is 5, 9, 13, 17 ... Find the matches for 25 pentagons, and how many pentagons can be made from exactly 97 matches.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theatre charges £8 per ticket plus a one-off £3 booking fee. Find the total cost rule, the cost of 15 tickets, and how many tickets £123 buys.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tiling pattern has nth term 3n + 1 for white tiles and 2n + 3 for blue tiles. Find the pattern number where white and blue tiles are equal.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Design Your Own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In pairs, invent a simple real-life growing pattern (chairs, tiles, cost, anything!).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Swap your pattern with another pair and find their nth term in 3 minutes.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Share 2-3 favourite patterns with the whole class — can everyone else crack the rule?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Give one real-life example where a sequence rule could save you time. What would the rule need to include?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