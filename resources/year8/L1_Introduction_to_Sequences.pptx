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6 x 9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-3 + 7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4 + 2 x 5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Round 638 to the nearest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5²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Introduction to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describe the term-to-term rule of a sequence.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continue a sequence using its term-to-term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Term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Term-to-term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Ascending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Patterns All Around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savings account starts with £10 and grows by £5 every week: £10, £15, £20, £25 ...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Lists of numbers that follow a rule like this are called 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do you think the balance will be after 6 weeks, and how do you know?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next two terms: 3, 7, 11, 15,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1: Find the difference between terms. 7 - 3 = 4, 11 - 7 = 4. The rule is +4.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2: Apply the rule to the last term. 15 + 4 = 19.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3: Apply it again. 19 + 4 = 23.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19, 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next two terms: 2, 5, 8, 11,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1: Find the term-to-term rule. 5 - 2 = ___, 8 - 5 = ___. Rule = +3.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2: 11 + 3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3: ___ + 3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14, 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5, 9, 13, 17, ... Find the rule and next 2 terms.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Rule = ____.  17 + rule =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6, 13, 20, 27, ... Find the rule and next 2 terms.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10, 18, 26, 34, ... Find the rule and next 2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2.5, 5, 7.5, 10, ... Find the rule and next 2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sequence starts at 4 and has term-to-term rule “+6”. What is the 10th term?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Sequence A starts at 3 with rule +2. Sequence B starts at 3 with rule +5. After how many terms does the gap between them first pass 20?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Sequence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Going round the room, each person says the next term out loud. Get it wrong and the chain restarts from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Start 4, rule +5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4, 9, 14, 19, 24, 29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Start 10, rule +7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10, 17, 24, 31, 38, 45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Start 2, rule +6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2, 8, 14, 20, 26, 32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Start 100, rule +3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100, 103, 106, 109, 112, 115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Start 7, rule +9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7, 16, 25, 34, 43, 52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Start 1, rule +11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1, 12, 23, 34, 45, 56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Show me on your whiteboard — what is the term-to-term rule for 8, 15, 22, 29?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