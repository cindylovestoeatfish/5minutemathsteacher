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45 ÷ 5 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6 × 7 =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Write 1/2 as a decimal.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Simplify 4/8.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Order smallest to largest: 0.6, 0.45,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0.45, 0.5, 0.6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1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Percentages, Fractions and Decimals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that 'per cent' means 'out of 100'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between fractions, decimals and percentages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Order fractions, decimals and percentages by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Fraction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Decimal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Equivalent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 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Percentages All Around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Percentages appear everywhere: sale discounts, exam scores, battery levels, interest rates.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'Per cent' literally means 'out of 100' — 25% means 25 out of every 100.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Fractions, decimals and percentages are three ways of describing the same amount.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Your phone battery shows 50%. What fraction and decimal is that?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Convert 3/4 to a percentage and a decimal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 convert a fraction to a percentage, make the denominator 100: 3/4 = 75/100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75/100 = 75%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 convert to a decimal, divide the numerator by the denominator: 3 ÷ 4 = 0.75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Check: 0.75 × 100 = 75%, which matches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Convert 7/20 to a percentage and a decimal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Make the denominator 100: 7/20 = 35/100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35/100 = 35%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As a decimal: 7 ÷ 20 = 0.35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Convert 1/5 to a percentage.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Convert 0.6 to a percentage.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Convert 9/10 to a decimal.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Convert 45% to a fraction in its simplest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9/20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Convert 5/8 to a percentage.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Order smallest to largest: 0.35, 3/8,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0.35, 3/8 (0.375),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FDP Match-Up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Students write 4 of the grid numbers below in a 2x2 grid. Read out the call list one at a time; students cross off matches.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1/4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0.5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3/4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0.3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1/2 as a decimal?   </a:t>
            </a:r>
            <a:r>
              <a:rPr sz="1500" b="1">
                <a:solidFill>
                  <a:srgbClr val="2B6B3D"/>
                </a:solidFill>
                <a:latin typeface="Arial"/>
              </a:rPr>
              <a:t>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9/10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0.05 as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1/5 as a decimal?   </a:t>
            </a:r>
            <a:r>
              <a:rPr sz="1500" b="1">
                <a:solidFill>
                  <a:srgbClr val="2B6B3D"/>
                </a:solidFill>
                <a:latin typeface="Arial"/>
              </a:rPr>
              <a:t>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Convert 13/20 to a percentage.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