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Share £96 in the ratio 3:5.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£36 and £60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Share 66 in the ratio 5:6.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30 and 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Simplify 32:40.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4:5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Find 30% of £150.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£500 at 4% simple interest for 3 years. Find the total.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£560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4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Ratio Problems — Finding a Missing 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Find a missing quantity given one part of a ratio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Find the total given one part and the ratio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Solve ratio problems set in real-life contexts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Missing quantity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Unitary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Ratio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Scale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Finding What's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Not every ratio problem gives you a total to share — sometimes you're given one part instead.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unitary method still works: find the value of ONE PART of the ratio, then scale up.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This is exactly the same idea as sharing, just starting from different information.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The ratio of cats to dogs in a shelter is 3:4, and there are 12 cats. How would you start finding the number of dogs?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The ratio of cats to dogs in a shelter is 3:4. There are 12 cats. How many dogs?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3 parts represent 12 cats, so 1 part = 12 ÷ 3 = 4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Dogs = 4 parts = 4 × 4 =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Paint is mixed blue:white in the ratio 2:5. There are 10 litres of blue paint. How much white paint is needed?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2 parts represent 10 litres, so 1 part = 10 ÷ 2 = 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White paint = 5 parts = 5 × 5 = 25 litres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3:5. One part (3) is 18. Find the other part.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4:7. One part (4) is 28. Find the other part.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of red:green sweets is 2:9. There are 8 red sweets. How many green?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of teachers:students is 1:15. There are 6 teachers. How many students?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The ratio of boys:girls in a school is 5:6. There are 275 boys. How many students in total?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map scale is 1:25,000. A distance on the map is 4cm. Find the real distance in 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73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Ratio Detective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missing-quantity question. Students find the value of one part before solving.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Ratio 2:5, part(2)=8, find other part?   </a:t>
            </a:r>
            <a:r>
              <a:rPr sz="1500" b="1">
                <a:solidFill>
                  <a:srgbClr val="2B6B3D"/>
                </a:solidFill>
                <a:latin typeface="Arial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Ratio 3:4, part(3)=15, find other part?   </a:t>
            </a:r>
            <a:r>
              <a:rPr sz="1500" b="1">
                <a:solidFill>
                  <a:srgbClr val="2B6B3D"/>
                </a:solidFill>
                <a:latin typeface="Arial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Ratio 1:6, part(1)=7, find other part?   </a:t>
            </a:r>
            <a:r>
              <a:rPr sz="1500" b="1">
                <a:solidFill>
                  <a:srgbClr val="2B6B3D"/>
                </a:solidFill>
                <a:latin typeface="Arial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Ratio 5:2, part(5)=25, find other part?   </a:t>
            </a:r>
            <a:r>
              <a:rPr sz="1500" b="1">
                <a:solidFill>
                  <a:srgbClr val="2B6B3D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Ratio 4:9, part(4)=16, find other part?   </a:t>
            </a:r>
            <a:r>
              <a:rPr sz="1500" b="1">
                <a:solidFill>
                  <a:srgbClr val="2B6B3D"/>
                </a:solidFill>
                <a:latin typeface="Arial"/>
              </a:rP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Ratio 2:7, part(2)=6, find other part?   </a:t>
            </a:r>
            <a:r>
              <a:rPr sz="1500" b="1">
                <a:solidFill>
                  <a:srgbClr val="2B6B3D"/>
                </a:solidFill>
                <a:latin typeface="Arial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Ratio 3:8, part(3)=12, find other part?   </a:t>
            </a:r>
            <a:r>
              <a:rPr sz="1500" b="1">
                <a:solidFill>
                  <a:srgbClr val="2B6B3D"/>
                </a:solidFill>
                <a:latin typeface="Arial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Ratio 1:10, part(1)=5, find other part?   </a:t>
            </a:r>
            <a:r>
              <a:rPr sz="1500" b="1">
                <a:solidFill>
                  <a:srgbClr val="2B6B3D"/>
                </a:solidFill>
                <a:latin typeface="Arial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The ratio of tea:coffee drinkers is 5:3. There are 20 tea drinkers. How many coffee drinkers?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