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New price £132 after a 10% increase. Find the original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New price £45 after a 25% decrease. Find the original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State the multiplier for a 15% increase.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State the multiplier for a 25% decrease.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New price £115.50 after a 10% increase. Find the original price.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2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Reverse Percentages — Worded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Identify reverse percentage situations in worded problems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Set up and solve reverse percentage problems using division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Check answers make sense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Worded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Original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VAT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Reverse percentage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Hidden in the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VAT, service charges and price rises are often already included in a price you're given.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Spotting a reverse percentage problem is the hard part — the phrase 'including' or 'after' is a clue.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Once you know the percentage represents, set up the multiplier and divide.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receipt says '£54, includes 20% VAT'. Is £54 the original price, or the price after VAT was added?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jacket costs £54 including VAT at 20%. Find the price before VAT.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Price + VAT = 120% of the original price: 120% = 1.2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Divide: 54 ÷ 1.2 = 45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The price before VAT was £45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Check: 45 × 1.2 = 54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meal costs £27.60 after a 15% service charge. Find the price before the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Price + charge = 115% of the original: 115% = 1.15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Divide: 27.60 ÷ 1.15 =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TV costs £276 including 20% VAT. Find the price before VAT.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bill is £46 including a 15% service charge. Find the price before the 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An item is reduced by 25% and now costs £45. Find the original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price after an 8% increase is £108. Find the original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phone bill increased by 12% is now £39.20. Find the original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water bill decreased by 5% due to a new tariff is now £57. Find the old bill.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VAT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worded reverse-percentage question. Students identify the multiplier before solving.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£69, incl. 15% charge?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£96, incl. 20% VAT?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£57, after 5% decrease?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£132, after 10% increase?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£46, incl. 15% charge?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£276, incl. 20% VAT?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£108, after 8% increase?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£45, after 25% decrease?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meal costs £34.50 including a 15% service charge. Find the price before the charge.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