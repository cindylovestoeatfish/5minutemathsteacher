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8  —  Rounding &amp; Estimation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438912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Rounding to 2 Significant Figures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5448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Learning Objective:  I can round any number to 2 significant figures (2 s.f.)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74320" y="242316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Today's Lesson:  Starter  →  Key Words  →  The Rule  →  I Do  →  You Do  →  Challenge  →  Exit Ticket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8  ·  Rounding to 2 Significant Figures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0069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 Starter — Review Lesson 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34440"/>
            <a:ext cx="8778240" cy="594360"/>
          </a:xfrm>
          <a:prstGeom prst="rect">
            <a:avLst/>
          </a:prstGeom>
          <a:solidFill>
            <a:srgbClr val="E0F2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Round 4,382 to 1 s.f.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2880" y="1856232"/>
            <a:ext cx="877824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Round 0.0347 to 1 s.f.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" y="2478024"/>
            <a:ext cx="8778240" cy="594360"/>
          </a:xfrm>
          <a:prstGeom prst="rect">
            <a:avLst/>
          </a:prstGeom>
          <a:solidFill>
            <a:srgbClr val="E0F2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How many significant figures does  4,400  have?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" y="3099816"/>
            <a:ext cx="877824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What are the first two significant figures of  4,382?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8  ·  Rounding to 2 Significant Figures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 Starter — Review Lesson 7 — Answers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34440"/>
            <a:ext cx="8778240" cy="594360"/>
          </a:xfrm>
          <a:prstGeom prst="rect">
            <a:avLst/>
          </a:prstGeom>
          <a:solidFill>
            <a:srgbClr val="E0F2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1.  4,000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2880" y="1856232"/>
            <a:ext cx="877824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2.  0.03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" y="2478024"/>
            <a:ext cx="8778240" cy="594360"/>
          </a:xfrm>
          <a:prstGeom prst="rect">
            <a:avLst/>
          </a:prstGeom>
          <a:solidFill>
            <a:srgbClr val="E0F2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2  (the 4 and the 4 — trailing zeros may or may not be significant)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" y="3099816"/>
            <a:ext cx="877824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4  and  3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8  ·  Rounding to 2 Significant Figures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6A1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 Key Words for Today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1234440"/>
            <a:ext cx="277368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234440"/>
            <a:ext cx="268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significant figures (2 s.f.)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048000" y="1234440"/>
            <a:ext cx="277368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93720" y="1234440"/>
            <a:ext cx="268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significant figure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13120" y="1234440"/>
            <a:ext cx="277368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58840" y="1234440"/>
            <a:ext cx="268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82880" y="1965960"/>
            <a:ext cx="277368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965960"/>
            <a:ext cx="268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048000" y="1965960"/>
            <a:ext cx="277368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93720" y="1965960"/>
            <a:ext cx="268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Approximation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13120" y="1965960"/>
            <a:ext cx="277368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58840" y="1965960"/>
            <a:ext cx="268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8  ·  Rounding to 2 Significant Figures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The Rule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512064"/>
          </a:xfrm>
          <a:prstGeom prst="rect">
            <a:avLst/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Find the FIRST TWO significant figures — the first two non-zero digits.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" y="1746504"/>
            <a:ext cx="8778240" cy="512064"/>
          </a:xfrm>
          <a:prstGeom prst="rect">
            <a:avLst/>
          </a:prstGeom>
          <a:solidFill>
            <a:srgbClr val="DDE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Look at the digit immediately after the second significant figure.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" y="2276856"/>
            <a:ext cx="8778240" cy="512064"/>
          </a:xfrm>
          <a:prstGeom prst="rect">
            <a:avLst/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If that digit is 0–4  →  stay the same  (keep first two sig figs, replace rest with zeros)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" y="2807208"/>
            <a:ext cx="8778240" cy="512064"/>
          </a:xfrm>
          <a:prstGeom prst="rect">
            <a:avLst/>
          </a:prstGeom>
          <a:solidFill>
            <a:srgbClr val="DDE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If that digit is 5–9  →  round UP    (increase 2nd sig fig by 1, replace rest with zeros)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" y="3392424"/>
            <a:ext cx="8778240" cy="475488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3392424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Compare: 4,382 → 1 s.f. = 4,000  |  2 s.f. = 4,400  |  3 s.f. = 4,380  |  4 s.f. = 4,382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8  ·  Rounding to 2 Significant Figures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FFF9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 I Do — Example 1  (Watch Me!)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457200"/>
          </a:xfrm>
          <a:prstGeom prst="rect">
            <a:avLst/>
          </a:prstGeom>
          <a:solidFill>
            <a:srgbClr val="FFFD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  Round 4,382 to 2 significant figures.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82880" y="178308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Think:  Which digit do I look at?  Is it ≥ 5 or &lt; 5?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" y="2212848"/>
            <a:ext cx="8778240" cy="585216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212848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" y="2871216"/>
            <a:ext cx="8778240" cy="585216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871216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82880" y="3529584"/>
            <a:ext cx="8778240" cy="585216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529584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8  ·  Rounding to 2 Significant Figures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FFD5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 I Do — Example 1  (Solution)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457200"/>
          </a:xfrm>
          <a:prstGeom prst="rect">
            <a:avLst/>
          </a:prstGeom>
          <a:solidFill>
            <a:srgbClr val="FFFD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  Round 4,382 to 2 significant figures.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82880" y="1783080"/>
            <a:ext cx="8778240" cy="521208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 First two sig figs → 4 and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" y="2322576"/>
            <a:ext cx="8778240" cy="521208"/>
          </a:xfrm>
          <a:prstGeom prst="rect">
            <a:avLst/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 Digit after 2nd sig fig → 8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" y="2862072"/>
            <a:ext cx="8778240" cy="521208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 8 ≥ 5, so we ROUND UP  →  3 increases to 4, replace 82 with zeros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" y="3456432"/>
            <a:ext cx="8778240" cy="512064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3456432"/>
            <a:ext cx="8503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4,382  rounded to 2 s.f.  =  4,400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8  ·  Rounding to 2 Significant Figures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FFF9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 I Do — Example 2  (Watch Me!)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457200"/>
          </a:xfrm>
          <a:prstGeom prst="rect">
            <a:avLst/>
          </a:prstGeom>
          <a:solidFill>
            <a:srgbClr val="FFFD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  Round 0.0347 to 2 significant figures.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82880" y="178308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Think:  Which digit do I look at?  Is it ≥ 5 or &lt; 5?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" y="2212848"/>
            <a:ext cx="8778240" cy="585216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212848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" y="2871216"/>
            <a:ext cx="8778240" cy="585216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871216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82880" y="3529584"/>
            <a:ext cx="8778240" cy="585216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529584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8  ·  Rounding to 2 Significant Figures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FFD5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 I Do — Example 2  (Solution)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457200"/>
          </a:xfrm>
          <a:prstGeom prst="rect">
            <a:avLst/>
          </a:prstGeom>
          <a:solidFill>
            <a:srgbClr val="FFFD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  Round 0.0347 to 2 significant figures.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82880" y="1783080"/>
            <a:ext cx="8778240" cy="521208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 First two sig figs → 3 and 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" y="2322576"/>
            <a:ext cx="8778240" cy="521208"/>
          </a:xfrm>
          <a:prstGeom prst="rect">
            <a:avLst/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 Digit after 2nd sig fig → 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" y="2862072"/>
            <a:ext cx="8778240" cy="521208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 7 ≥ 5, so we ROUND UP  →  4 increases to 5, drop the rest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" y="3456432"/>
            <a:ext cx="8778240" cy="512064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3456432"/>
            <a:ext cx="8503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0.0347  rounded to 2 s.f.  =  0.035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8  ·  Rounding to 2 Significant Figures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1976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Your Turn!  (Try these on your own)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1216152"/>
            <a:ext cx="8778240" cy="658368"/>
          </a:xfrm>
          <a:prstGeom prst="rect">
            <a:avLst/>
          </a:prstGeom>
          <a:solidFill>
            <a:srgbClr val="E8F5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16152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 Round 734 to 2 s.f.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2880" y="1947672"/>
            <a:ext cx="8778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947672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 Round 4,562 to 2 s.f.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82880" y="2679192"/>
            <a:ext cx="8778240" cy="658368"/>
          </a:xfrm>
          <a:prstGeom prst="rect">
            <a:avLst/>
          </a:prstGeom>
          <a:solidFill>
            <a:srgbClr val="E8F5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679192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 Round 0.0823 to 2 s.f.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82880" y="3410712"/>
            <a:ext cx="8778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410712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  Round 12,750 to 2 s.f.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8  ·  Rounding to 2 Significant Figures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Your Turn! — Answers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1216152"/>
            <a:ext cx="5120640" cy="658368"/>
          </a:xfrm>
          <a:prstGeom prst="rect">
            <a:avLst/>
          </a:prstGeom>
          <a:solidFill>
            <a:srgbClr val="E8F5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1615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 Round 734 to 2 s.f.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0" y="1216152"/>
            <a:ext cx="3474720" cy="658368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0" y="121615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 730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82880" y="1947672"/>
            <a:ext cx="5120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94767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 Round 4,562 to 2 s.f.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0" y="1947672"/>
            <a:ext cx="3474720" cy="658368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194767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 4,600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82880" y="2679192"/>
            <a:ext cx="5120640" cy="658368"/>
          </a:xfrm>
          <a:prstGeom prst="rect">
            <a:avLst/>
          </a:prstGeom>
          <a:solidFill>
            <a:srgbClr val="E8F5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67919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 Round 0.0823 to 2 s.f.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0" y="2679192"/>
            <a:ext cx="3474720" cy="658368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267919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 0.082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82880" y="3410712"/>
            <a:ext cx="5120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41071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  Round 12,750 to 2 s.f.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0" y="3410712"/>
            <a:ext cx="3474720" cy="658368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341071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 13,000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8  ·  Rounding to 2 Significant Figures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 Challenge!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402336"/>
          </a:xfrm>
          <a:prstGeom prst="rect">
            <a:avLst/>
          </a:prstGeom>
          <a:solidFill>
            <a:srgbClr val="F3E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1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London to New York = 5,585 km. Speed of light = 299,792,458 m/s.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709928"/>
            <a:ext cx="8778240" cy="585216"/>
          </a:xfrm>
          <a:prstGeom prst="rect">
            <a:avLst/>
          </a:prstGeom>
          <a:solidFill>
            <a:srgbClr val="FFF3E0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709928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 Round 5,585 km to 2 s.f.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82880" y="2359152"/>
            <a:ext cx="8778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359152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 Round 299,792,458 m/s to 2 s.f.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82880" y="3008376"/>
            <a:ext cx="8778240" cy="585216"/>
          </a:xfrm>
          <a:prstGeom prst="rect">
            <a:avLst/>
          </a:prstGeom>
          <a:solidFill>
            <a:srgbClr val="FCE4E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008376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GCSE style:  Write 0.00456 to 2 significant figures.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8  ·  Rounding to 2 Significant Figures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6A1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 Challenge — Answers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402336"/>
          </a:xfrm>
          <a:prstGeom prst="rect">
            <a:avLst/>
          </a:prstGeom>
          <a:solidFill>
            <a:srgbClr val="F3E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1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London to New York = 5,585 km. Speed of light = 299,792,458 m/s.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709928"/>
            <a:ext cx="8778240" cy="585216"/>
          </a:xfrm>
          <a:prstGeom prst="rect">
            <a:avLst/>
          </a:prstGeom>
          <a:solidFill>
            <a:srgbClr val="FFF3E0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709928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 5,585 km  →  5,600 km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2880" y="2359152"/>
            <a:ext cx="8778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359152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 299,792,458 m/s  →  300,000,000 m/s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82880" y="3008376"/>
            <a:ext cx="8778240" cy="585216"/>
          </a:xfrm>
          <a:prstGeom prst="rect">
            <a:avLst/>
          </a:prstGeom>
          <a:solidFill>
            <a:srgbClr val="FCE4E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008376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0.00456  →  0.0046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8  ·  Rounding to 2 Significant Figures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1A237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🏁  Exit Ticket — Can you do it?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1234440"/>
            <a:ext cx="8778240" cy="914400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3444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Round 12,750 to 2 s.f.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82880" y="2258568"/>
            <a:ext cx="8778240" cy="914400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258568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A number rounds to 3,800 to 2 s.f.  Write the largest whole number it could be.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" y="3328416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your answers. Be ready to share with the class. ✏️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8  ·  Rounding to 2 Significant Figures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0069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🏁  Exit Ticket — Can you do it? — Answers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1234440"/>
            <a:ext cx="8778240" cy="914400"/>
          </a:xfrm>
          <a:prstGeom prst="rect">
            <a:avLst/>
          </a:prstGeom>
          <a:solidFill>
            <a:srgbClr val="E0F2F1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3444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1.  13,000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82880" y="2258568"/>
            <a:ext cx="8778240" cy="914400"/>
          </a:xfrm>
          <a:prstGeom prst="rect">
            <a:avLst/>
          </a:prstGeom>
          <a:solidFill>
            <a:srgbClr val="E0F2F1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258568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2.  3,849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2026-06-29T19:16:59Z</dcterms:created>
  <dcterms:modified xsi:type="dcterms:W3CDTF">2026-06-29T19:16:59Z</dcterms:modified>
</cp:coreProperties>
</file>