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the Nearest 100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any number to the nearest 100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Review Lesson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47 to the nearest 10.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Round 3,851 to the nearest 10.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Round 999 to the nearest 10.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digit do you look at when rounding to the nearest 10?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Review Lesson 1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1.  50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2.  3,850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1,000  (carry over — units digit 9 ≥ 5, round up)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The UNITS digit (ones column)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digit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digit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up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the same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value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Look at the TENS digit — the digit immediately right of the hundreds column.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If the tens digit is 0, 1, 2, 3 or 4  →  stay the same  (keep hundreds digit, change tens &amp; units to 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the tens digit is 5, 6, 7, 8 or 9  →  round UP    (add 1 to hundreds digit, tens &amp; units → 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2862072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620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idea: Always look ONE place to the RIGHT of where you are rounding 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347 to the nearest 100.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347 to the nearest 100.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hundreds digit → 3  |  tens digit →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4 &lt; 5, so we STAYS THE SAME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Hundreds digit stays as 3  →  tens &amp; units become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347  rounded to the nearest 100  =  300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682 to the nearest 100.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682 to the nearest 100.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Find the hundreds digit → 6  |  tens digit → 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8 ≥ 5, so we ROUND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Hundreds digit 6 increases to 7  →  tens &amp; units become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682  rounded to the nearest 100  =  700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423 to the nearest 100.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750 to the nearest 100.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1,349 to the nearest 100.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2,651 to the nearest 100.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423 to the nearest 100.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400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750 to the nearest 100.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800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1,349 to the nearest 100.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1,300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2,651 to the nearest 100.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2,700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concert venue sold 4,382 tickets. A library holds 12,847 books.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4,382 to the nearest 100.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12,847 to the nearest 100.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47,382 to the nearest 100.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concert venue sold 4,382 tickets. A library holds 12,847 books.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4,382  →  4,400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12,847  →  12,800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47,382  →  47,400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4,850 to the nearest 100.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number rounds to 500 to the nearest 100.  What is the smallest whole number it could be?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 ·  Rounding to the Nearest 100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1.  4,900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2.  450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2026-06-29T19:16:58Z</dcterms:created>
  <dcterms:modified xsi:type="dcterms:W3CDTF">2026-06-29T19:16:58Z</dcterms:modified>
</cp:coreProperties>
</file>