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RETRIEVAL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Answer on paper or mini-whiteboards. No calculators.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508760"/>
            <a:ext cx="31391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1.  Simplify the ratio 24:36.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965960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2:3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79192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2.  Share 45 in the ratio 1:2.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679192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15 and 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92424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3.  6 pens cost £4.50. Find the cost of 10 pens.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392424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£7.50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05656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4.  3 painters take 12 hours. Find the time for 4 painters.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105656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9 hours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18888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5.  A ratio of boys:girls is 4:5. What percentage are girls?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818888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55.6% (approx.)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WEEK 6 · LESSON 1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Date: _______________________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0000"/>
                </a:solidFill>
                <a:latin typeface="Arial"/>
              </a:rPr>
              <a:t>Combining Ratio and Percentages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6949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-  Solve problems that combine ratio and percentage skills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-  Convert between ratio and percentage within a single problem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-  Reason multiplicatively across different representations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788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Arial"/>
              </a:rPr>
              <a:t>Key Words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29184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Combined problem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75878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Ratio to percentage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22572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Multi-step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69266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Reasoning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515960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Convert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Two Skills, One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1277295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Real exam and real-life problems often blend ratio and percentage in the same question.</a:t>
            </a:r>
          </a:p>
          <a:p>
            <a:pPr algn="l">
              <a:spcAft>
                <a:spcPts val="14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The key is breaking the problem into stages — solve the ratio part, then the percentage part (or vice versa).</a:t>
            </a:r>
          </a:p>
          <a:p>
            <a:pPr algn="l">
              <a:spcAft>
                <a:spcPts val="14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Always re-read the question after each stage to check what is still being asked.</a:t>
            </a:r>
          </a:p>
          <a:p>
            <a:pPr algn="l"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</a:rPr>
              <a:t>Think, pair, share: A juice is mixed mango:orange in ratio 2:3. What percentage of the mixture is mango, without a calculator?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MODELLING: I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I Do — Teacher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A fruit drink is made from mango and orange juice in the ratio 2:3. Is this consistent with mango being 40% of a bottle?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2960"/>
            <a:ext cx="11277295" cy="3843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Total parts = 2 + 3 = 5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Mango fraction = 2/5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2/5 × 100 = 40%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Yes — 40% is exactly consistent with the ratio 2:3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MODELLING: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We Do — Guided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1277295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In a class, the ratio of boys to girls is 3:7. What percentage of the class are boys? If there are 40 students, how many are boys?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4440"/>
            <a:ext cx="11277295" cy="343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Total parts = 3 + 7 = 10; boys fraction = 3/10 = 30%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Number of boys = 30% of 40 =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INDEPENDENT PRACTICE: YOU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You Do — Your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Answers shown in green.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50000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29263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Ratio 1:3. Find the percentage of the first quantity.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26216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25%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6486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5749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A class of 60 has boys:girls ratio 2:3. Find the number of girls.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9270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36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82972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62235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45% of a mixture is water, the rest is juice. Write this as a ratio in simplest form.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59188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9:11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49458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628721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Ratio 7:13. Find the percentage of the second quantity.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025674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65%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Extension: finish early? Move on to the Challenge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CHALLENGE /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For students who are ready to go further. Answers shown in green.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50000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Challenge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30000"/>
            <a:ext cx="11277295" cy="651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0000"/>
                </a:solidFill>
                <a:latin typeface="Arial"/>
              </a:rPr>
              <a:t>A school has 250 students. The ratio of Year 8 to other years is 1:4. 60% of Year 8 are girls. How many Year 8 girls are there?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51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65830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Challenge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5830"/>
            <a:ext cx="11277295" cy="651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0000"/>
                </a:solidFill>
                <a:latin typeface="Arial"/>
              </a:rPr>
              <a:t>A recipe uses flour:sugar:butter in ratio 6:3:2. What percentage of the mixture is sugar?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8734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≈27.3%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PLENARY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Arial"/>
              </a:rPr>
              <a:t>Ratio-Percent Fusion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00000"/>
            <a:ext cx="11277295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Arial"/>
              </a:rPr>
              <a:t>Read each combined question. Students identify the ratio total first, then convert to a percentage.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50000"/>
            <a:ext cx="2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95959"/>
                </a:solidFill>
                <a:latin typeface="Arial"/>
              </a:rPr>
              <a:t>Grid numbers: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5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0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5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5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1. Ratio 1:4, % of first?   </a:t>
            </a:r>
            <a:r>
              <a:rPr sz="1500" b="1">
                <a:solidFill>
                  <a:srgbClr val="2B6B3D"/>
                </a:solidFill>
                <a:latin typeface="Arial"/>
              </a:rPr>
              <a:t>20%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8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2. Ratio 3:2, % of second?   </a:t>
            </a:r>
            <a:r>
              <a:rPr sz="1500" b="1">
                <a:solidFill>
                  <a:srgbClr val="2B6B3D"/>
                </a:solidFill>
                <a:latin typeface="Arial"/>
              </a:rPr>
              <a:t>40%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1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3. Class of 50, ratio 2:3, find larger group?   </a:t>
            </a:r>
            <a:r>
              <a:rPr sz="1500" b="1">
                <a:solidFill>
                  <a:srgbClr val="2B6B3D"/>
                </a:solidFill>
                <a:latin typeface="Arial"/>
              </a:rPr>
              <a:t>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4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4. Ratio 9:11, % of first?   </a:t>
            </a:r>
            <a:r>
              <a:rPr sz="1500" b="1">
                <a:solidFill>
                  <a:srgbClr val="2B6B3D"/>
                </a:solidFill>
                <a:latin typeface="Arial"/>
              </a:rPr>
              <a:t>45%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4495" y="215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5. Class of 40, ratio 1:4 boys:girls, find boys?   </a:t>
            </a:r>
            <a:r>
              <a:rPr sz="1500" b="1">
                <a:solidFill>
                  <a:srgbClr val="2B6B3D"/>
                </a:solidFill>
                <a:latin typeface="Arial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4495" y="248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6. Ratio 3:5, % of second?   </a:t>
            </a:r>
            <a:r>
              <a:rPr sz="1500" b="1">
                <a:solidFill>
                  <a:srgbClr val="2B6B3D"/>
                </a:solidFill>
                <a:latin typeface="Arial"/>
              </a:rPr>
              <a:t>62.5%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4495" y="281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7. 30% water, rest juice — ratio?   </a:t>
            </a:r>
            <a:r>
              <a:rPr sz="1500" b="1">
                <a:solidFill>
                  <a:srgbClr val="2B6B3D"/>
                </a:solidFill>
                <a:latin typeface="Arial"/>
              </a:rPr>
              <a:t>3:7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4495" y="314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8. Class of 80, ratio 3:5, find smaller group?   </a:t>
            </a:r>
            <a:r>
              <a:rPr sz="1500" b="1">
                <a:solidFill>
                  <a:srgbClr val="2B6B3D"/>
                </a:solidFill>
                <a:latin typeface="Arial"/>
              </a:rPr>
              <a:t>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620000"/>
            <a:ext cx="1127729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Arial"/>
              </a:rPr>
              <a:t>Exit check: A ratio of red:blue counters is 1:4. If there are 60 counters in total, what percentage are red, and how many are red?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