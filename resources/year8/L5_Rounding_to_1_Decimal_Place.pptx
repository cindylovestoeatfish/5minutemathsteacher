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1 Decimal Place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 number to 1 decimal place (1 d.p.)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12.3 to the nearest whole number.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0.6 to the nearest whole number.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the value of the digit 4 in 3.47?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digit is in the hundredths position in 3.47?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4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4 tenths  (0.4)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7  (hundredths column)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decimal place (1 d.p.)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Tenths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Hundredths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decimal place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SECOND DECIMAL PLACE — the digit in the hundredths column.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that digit is 0, 1, 2, 3 or 4  →  stay the same  (keep 1st decimal digit, drop the rest)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that digit is 5, 6, 7, 8 or 9  →  round UP    (add 1 to 1st decimal digit, drop the rest)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1 d.p. means ONE digit after the decimal point in your final answer.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3.47 to 1 decimal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3.47 to 1 decimal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1st decimal digit → 4  |  2nd decimal digit →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7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1st decimal digit 4 increases to 5  →  drop everything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3.47  rounded to 1 d.p.  =  3.5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8.23 to 1 decimal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8.23 to 1 decimal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1st decimal digit → 2  |  2nd decimal digit →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3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1st decimal digit stays as 2  →  drop everything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8.23  rounded to 1 d.p.  =  8.2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5.67 to 1 d.p.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12.34 to 1 d.p.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0.85 to 1 d.p.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7.151 to 1 d.p.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5.67 to 1 d.p.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5.7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12.34 to 1 d.p.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12.3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0.85 to 1 d.p.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0.9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7.151 to 1 d.p.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7.2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An athlete ran 100 m in 10.47 seconds. A plank of wood measures 2.38 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10.47 seconds to 1 d.p.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2.38 m to 1 d.p.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3.549 to 1 decimal place.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An athlete ran 100 m in 10.47 seconds. A plank of wood measures 2.38 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10.47 s  →  10.5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2.38 m  →  2.4 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3.549  →  3.5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4.999 to 1 d.p.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measurement is given as 6.3 cm to 1 d.p.  What is the smallest it could actually be?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  ·  Rounding to 1 Decimal Place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1.  5.0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6.25 cm  (since 6.25 rounds up to 6.3)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2026-06-29T19:16:59Z</dcterms:created>
  <dcterms:modified xsi:type="dcterms:W3CDTF">2026-06-29T19:16:59Z</dcterms:modified>
</cp:coreProperties>
</file>