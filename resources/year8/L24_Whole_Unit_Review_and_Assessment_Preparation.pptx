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Find 45% of £80 using a multiplier.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New price £96 after a 20% increase. Find the original 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Share £96 in the ratio 3:5.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£36 and £60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6 pens cost £4.50. Find the cost of 10 pens.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£7.50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6 workers take 8 hours. How long would 4 workers take?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12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6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Whole Unit Review and Assessment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Consolidate percentages, ratio and proportion skills from across the unit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Identify the correct method for a range of problem types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Prepare for assessment with exam-style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Multiplicative reasoning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Method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Consolidation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Six Weeks in One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Over six weeks you've covered percentages, ratio, direct proportion and inverse proportion.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All of these are examples of MULTIPLICATIVE REASONING — using multipliers and scaling to compare quantities.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Today's focus is choosing the right method quickly and accurately, just as you would in an assessment.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Of all the topics from this unit, which method do you feel most confident using, and which needs more practice?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shop sells a £150 jacket. In a sale it is reduced by 30%. VAT of 20% is then added to the sale price. Find the final price, and state the overall percentage change from £150.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4440"/>
            <a:ext cx="11277295" cy="343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Sale price: 150 × 0.7 = 105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Add VAT: 105 × 1.2 = 126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Final price = £126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Overall change = (150 − 126) ÷ 150 × 100 = 16% decrease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recipe for 6 people uses ingredients in the ratio flour:sugar 5:2, with 500g of flour. Find the sugar needed, then scale the whole recipe for 9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4440"/>
            <a:ext cx="11277295" cy="343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Ratio: 5 parts = 500g, so 1 part = 100g; sugar = 2 × 100 = 200g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Scale factor for 9 people: 9 ÷ 6 = 1.5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Flour for 9 people: 500 × 1.5 = 750g; sugar for 9 people: 200 × 1.5 = 300g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65% of £220.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Original price before a 15% increase if the new price is £138.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Share £150 in the ratio 2:3.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£60 and £90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8 workers take 6 days. How long would 12 workers take?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4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car is bought for £14,000 and depreciates 10% per year (compound). Find its value after 3 years, and the total percentage decrease.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£10,206; a 27.1% decrease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school has 480 students in the ratio Year 7:Year 8:Year 9 = 5:4:3. 40% of Year 8 walk to school. How many Year 8 students walk to school?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73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Unit Review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Final quickfire quiz mixing every skill from the unit. Read each question; students answer on whiteboards.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Find 30% of £90?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Original price if £69 is after 15% off?   </a:t>
            </a:r>
            <a:r>
              <a:rPr sz="1500" b="1">
                <a:solidFill>
                  <a:srgbClr val="2B6B3D"/>
                </a:solidFill>
                <a:latin typeface="Arial"/>
              </a:rPr>
              <a:t>£81.18 (approx.)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Share £120 in ratio 1:3?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£30 and £90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5 pumps take 8 hrs, find hrs for 10 pumps?   </a:t>
            </a:r>
            <a:r>
              <a:rPr sz="1500" b="1">
                <a:solidFill>
                  <a:srgbClr val="2B6B3D"/>
                </a:solidFill>
                <a:latin typeface="Arial"/>
              </a:rPr>
              <a:t>4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Simplify the ratio 28:35?   </a:t>
            </a:r>
            <a:r>
              <a:rPr sz="1500" b="1">
                <a:solidFill>
                  <a:srgbClr val="2B6B3D"/>
                </a:solidFill>
                <a:latin typeface="Arial"/>
              </a:rPr>
              <a:t>4:5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£600 at 5% compound interest, 2 years?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£661.50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Ratio 3:5,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37.5%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4 books cost £22, find cost of 7?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£38.50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Look back over the unit: which topic — percentages, ratio, or proportion — do you most need to revise before an assessment?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