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—  Rounding &amp; Estimation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Rounding to 2 Decimal Places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Learning Objective:  I can round a number to 2 decimal places (2 d.p.)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Today's Lesson:  Starter  →  Key Words  →  The Rule  →  I Do  →  You Do  →  Challenge  →  Exit Ticket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Starter — Review Lesson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3.47 to 1 d.p.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Round 0.85 to 1 d.p.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£3.476 likely to be rounded to in a shop?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digit is in the thousandths position in 5.347?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Starter — Review Lesson 5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1.  3.5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1856232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2.  0.9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2478024"/>
            <a:ext cx="8778240" cy="594360"/>
          </a:xfrm>
          <a:prstGeom prst="rect">
            <a:avLst/>
          </a:prstGeom>
          <a:solidFill>
            <a:srgbClr val="E0F2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£3.48  (rounded to 2 d.p.)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99816"/>
            <a:ext cx="87782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7  (thousandths column)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Key Words for Today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decimal places (2 d.p.)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4800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372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Hundredths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3120" y="123444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8840" y="123444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Thousandths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decimal place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4800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72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13120" y="1965960"/>
            <a:ext cx="277368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8840" y="1965960"/>
            <a:ext cx="268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The Rule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Look at the THIRD DECIMAL PLACE — the digit in the thousandths column.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1746504"/>
            <a:ext cx="8778240" cy="512064"/>
          </a:xfrm>
          <a:prstGeom prst="rect">
            <a:avLst/>
          </a:prstGeom>
          <a:solidFill>
            <a:srgbClr val="DD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that digit is 0, 1, 2, 3 or 4  →  stay the same  (keep first two decimal digits, drop the rest)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276856"/>
            <a:ext cx="8778240" cy="5120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If that digit is 5, 6, 7, 8 or 9  →  round UP    (add 1 to 2nd decimal digit, drop the rest)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" y="2862072"/>
            <a:ext cx="8778240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6207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Real-life link: Money is always written to 2 d.p.  e.g. £3.47  (not £3.476)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5.347 to 2 decimal places.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1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5.347 to 2 decimal places.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2nd decimal digit → 4  |  3rd decimal digit →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7 ≥ 5, so we ROUND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2nd decimal digit 4 increases to 5  →  drop everything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5.347  rounded to 2 d.p.  =  5.35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(Watch Me!)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12.234 to 2 decimal places.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 Which digit do I look at?  Is it ≥ 5 or &lt; 5?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" y="2212848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128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71216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7121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3529584"/>
            <a:ext cx="8778240" cy="585216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958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FFD5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I Do — Example 2  (Solution)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57200"/>
          </a:xfrm>
          <a:prstGeom prst="rect">
            <a:avLst/>
          </a:prstGeom>
          <a:solidFill>
            <a:srgbClr val="FFF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  Round 12.234 to 2 decimal places.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" y="1783080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 2nd decimal digit → 3  |  3rd decimal digit →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2322576"/>
            <a:ext cx="8778240" cy="521208"/>
          </a:xfrm>
          <a:prstGeom prst="rect">
            <a:avLst/>
          </a:prstGeom>
          <a:solidFill>
            <a:srgbClr val="ECEF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 4 &lt; 5, so we STAYS THE SAME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862072"/>
            <a:ext cx="8778240" cy="521208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 2nd decimal digit stays as 3  →  drop everything 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3456432"/>
            <a:ext cx="8778240" cy="512064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5643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12.234  rounded to 2 d.p.  =  12.23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 (Try these on your own)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3.476 to 2 d.p.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" y="194767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4767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7.885 to 2 d.p.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" y="2679192"/>
            <a:ext cx="87782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7919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0.124 to 2 d.p.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" y="3410712"/>
            <a:ext cx="8778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10712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15.997 to 2 d.p.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Your Turn!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1615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Round 3.476 to 2 d.p.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21615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21615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3.48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" y="194767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4767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Round 7.885 to 2 d.p.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94767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947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7.89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" y="2679192"/>
            <a:ext cx="512064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7919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Round 0.124 to 2 d.p.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0" y="267919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6791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0.12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2880" y="3410712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1071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Round 15.997 to 2 d.p.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0" y="3410712"/>
            <a:ext cx="3474720" cy="658368"/>
          </a:xfrm>
          <a:prstGeom prst="rect">
            <a:avLst/>
          </a:prstGeom>
          <a:solidFill>
            <a:srgbClr val="FFD54F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4107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16.00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phone is priced at £299.996. A runner's speed is 8.4375 m/s.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Round £299.996 to 2 d.p. to find the shop price.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Round 8.4375 m/s to 2 d.p.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GCSE style:  Write 3.1459 to 2 decimal places.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6A1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 Challenge — Answers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1216152"/>
            <a:ext cx="8778240" cy="402336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1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A phone is priced at £299.996. A runner's speed is 8.4375 m/s.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709928"/>
            <a:ext cx="8778240" cy="585216"/>
          </a:xfrm>
          <a:prstGeom prst="rect">
            <a:avLst/>
          </a:prstGeom>
          <a:solidFill>
            <a:srgbClr val="FFF3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09928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 £299.996  →  £300.00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" y="2359152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 8.4375 m/s  →  8.44 m/s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" y="3008376"/>
            <a:ext cx="8778240" cy="585216"/>
          </a:xfrm>
          <a:prstGeom prst="rect">
            <a:avLst/>
          </a:prstGeom>
          <a:solidFill>
            <a:srgbClr val="FCE4E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008376"/>
            <a:ext cx="8503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3.1459  →  3.15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Round 0.9951 to 2 d.p.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price is shown as £4.50 to 2 d.p.  What is the maximum the actual price could have been?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3284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answers. Be ready to share with the class. ✏️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 ·  Rounding to 2 Decimal Places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731520"/>
            <a:ext cx="8778240" cy="402336"/>
          </a:xfrm>
          <a:prstGeom prst="rect">
            <a:avLst/>
          </a:prstGeom>
          <a:solidFill>
            <a:srgbClr val="0069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🏁  Exit Ticket — Can you do it? — Answers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1.  1.00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" y="2258568"/>
            <a:ext cx="8778240" cy="9144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5856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Just under £4.505  (i.e. £4.504999...)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2026-06-29T19:16:59Z</dcterms:created>
  <dcterms:modified xsi:type="dcterms:W3CDTF">2026-06-29T19:16:59Z</dcterms:modified>
</cp:coreProperties>
</file>