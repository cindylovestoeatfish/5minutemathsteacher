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2(x + 4) =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-3(x − 2) =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Expand: -2(x + 5)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-2x − 10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Solve: 6x − 3 =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x ÷ 3 + 5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More Practice With Brackets (Mixed)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a mix of bracket equations, including positive and negative cases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Choose an efficient method (divide first vs expand first)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Build fluency and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Bracket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Mixed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Choosing Your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By now you've solved brackets by dividing first. Some students prefer to expand the bracket first, then solve normally — both are correct!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best mathematicians pick whichever method is quickest for the numbers in front of them.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Today, mix and match — try both methods and see which you prefer.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For 4(x + 2) = 24, would you divide first or expand first?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4(x + 2) = 24 using the expand-first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Expand the bracket: 4(x + 2) = 4x + 8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 the equation becomes 4x + 8 = 24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Solve as a two-step equation: subtract 8 → 4x = 16, then divide by 4 → x =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4 × (4 + 2) = 4 × 6 = 24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3(x − 5) = -6 using the divide-first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3: x − 5 = -6 ÷ 3 = -2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Solve x − 5 = -2: add 5 to both sides →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3 × (3 − 5) = 3 × (-2) = -6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5(x + 1) = 20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-2(x + 6) = -4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3(x − 4) = -3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6(x + 2) = 18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-4(x − 3) = -8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5(x + 4) = -5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Method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Show each equation. Students vote 'divide first' or 'expand first', then solve both ways on the 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4(x + 3) = 32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-3(x − 2)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5(x + 1) = -10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2(x − 8) = -6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-4(x + 5) = -8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6(x − 2) = 24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3(x + 9) =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-2(x − 6) = 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2(x − 3) = 10 using either method,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