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9 x 9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-5 x -2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3 x (4 + 2)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Sequence 20, 14, 8, 2 — rule and next term?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-6, then 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Continue: 100, 90, 80, 70, __, 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60, 50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Special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recognise and generate square, cube and triangular numbers.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explain the pattern behind each special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Square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Cube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Triangular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Dots, Blocks and Triangles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Square numbers come from dot arrays arranged in a square: 1, 4, 9, 16, 25 ...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Triangular numbers come from dots stacked like bowling pins: 1, 3, 6, 10, 15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How many dots would be in the next triangle pattern after 15?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List the first 6 square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Square numbers come from n x n (or n²).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1²=1, 2²=4, 3²=9, 4²=16, 5²=25, 6²=36.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1, 4, 9, 16, 25, 36.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Continue the triangular numbers: 1, 3, 6, 10, 15,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Look at what is added each time: +2, +3, +4, +5, so next is +6.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15 + 6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21.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List the first 5 cube numbers (n³).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1³=1, 2³=___, 3³=___, 4³=___, 5³=___.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What are the 6th and 7th square numbers?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Continue the triangular numbers: 1, 3, 6, 10, 15, 21, find the next 2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Find the 10th square number and the 10th triangular number. Which is bigger?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Is 49 a square number, a triangular number, both, or neither? Explain how you know.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sum of two consecutive triangular numbers is always a square number (e.g. 3+6=9=3², 6+10=16=4²). Check the next pair, 10+15, and predict the pair after that before checking.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Special Sequence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Call list — for each number, write S (square), C (cube), T (triangular) or N (none) on your whiteboard.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1. 16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S (4²)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2. 27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C (3³)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3. 10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T (4th triangular)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S, C, T (1²=1³=1st triangular)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5. 20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N (none)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6. 36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S, T (6² and 8th triangular)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7. 64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S, C (8² and 4³)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8. 45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T (9th triangular)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Is 36 a square number, a triangular number, both, or neither?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