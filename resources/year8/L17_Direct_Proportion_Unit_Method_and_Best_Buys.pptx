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A ratio of boys:girls is 4:5. What percentage are girls?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55.6% (approx.)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Ratio 3:7, find % of first quantity.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Simplify 32:40.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4:5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Find 30% of £150.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Convert 3/10 to a percentage.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5 · LESSON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Direct Proportion — Unit Method and Best Buys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Understand direct proportion: as one quantity increases, so does the other at a constant rate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Use the unit method to solve proportion problems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Compare best buys using unit prices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Direct proportion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Unit method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Unit price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Best buy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Constant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Value for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When two quantities are directly proportional, doubling one doubles the other.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The unit method finds the value of ONE unit first (e.g. one item, one litre), then scales up.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This is exactly how you compare 'best buys' in a supermarket.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5 pens cost £3.50. How would you work out the cost of just 1 pen first?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5 pens cost £3.50. Find the cost of 8 pens.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1480"/>
            <a:ext cx="11277295" cy="42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Find the cost of 1 pen: 3.50 ÷ 5 = 0.70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Find the cost of 8 pens: 0.70 × 8 = £5.60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8 litres of petrol cost £11.20. Find the cost of 12 litres.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1480"/>
            <a:ext cx="11277295" cy="42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Find the cost of 1 litre: 11.20 ÷ 8 = 1.40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Find the cost of 12 litres: 1.40 × 12 = £16.80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4 books cost £18. Find the cost of 7 books.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£31.50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6kg of apples cost £9. Find the cost of 10kg.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3 tickets cost £27. Find the cost of 5 tickets.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10 metres of ribbon costs £4.50. Find the cost of 15 metres.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£6.75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Which is better value: 500g of coffee for £6.50, or 750g for £9.30?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45755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750g is better value (£1.24 per 100g vs £1.30)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0075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0075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5 identical cakes use 750g of flour. How much flour is needed for 8 cakes?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3583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1,200g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Best Buy Battle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Read each unit-price question. Students find the unit value first, then the requested amount.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31.5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3 cans cost £2.40, find cost of 5?   </a:t>
            </a:r>
            <a:r>
              <a:rPr sz="1500" b="1">
                <a:solidFill>
                  <a:srgbClr val="2B6B3D"/>
                </a:solidFill>
                <a:latin typeface="Arial"/>
              </a:rPr>
              <a:t>£4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4kg costs £6, find cost of 9kg?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£13.50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6 tickets cost £42, find cost of 4?   </a:t>
            </a:r>
            <a:r>
              <a:rPr sz="1500" b="1">
                <a:solidFill>
                  <a:srgbClr val="2B6B3D"/>
                </a:solidFill>
                <a:latin typeface="Arial"/>
              </a:rPr>
              <a:t>£28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5m of fabric costs £8.50, find cost of 8m?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£13.60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2 loaves cost £3, find cost of 7?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£10.50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10 pens cost £6.50, find cost of 4?   </a:t>
            </a:r>
            <a:r>
              <a:rPr sz="1500" b="1">
                <a:solidFill>
                  <a:srgbClr val="2B6B3D"/>
                </a:solidFill>
                <a:latin typeface="Arial"/>
              </a:rPr>
              <a:t>£2.60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8 litres cost £9.60, find cost of 5?   </a:t>
            </a:r>
            <a:r>
              <a:rPr sz="1500" b="1">
                <a:solidFill>
                  <a:srgbClr val="2B6B3D"/>
                </a:solidFill>
                <a:latin typeface="Arial"/>
              </a:rPr>
              <a:t>£6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12 eggs cost £3.60, find cost of 6?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£1.80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7 notebooks cost £16.10. Find the cost of 4 notebooks.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