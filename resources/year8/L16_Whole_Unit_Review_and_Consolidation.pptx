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Solve: x − 6 = -9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Solve: 4x + 3 =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Solve: 3(x − 2) =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Solve: 5x + 4 = 2x + 19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Solve: -2x + 7 =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4 · LESSON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Whole Unit Review and Consolidation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Review and consolidate all equation types met in this unit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Identify the correct strategy for a range of equation types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Tackle a challenge question combining brackets and unknowns on both sides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Consolidation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Equation 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The Full Equation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Over four weeks you've learned to solve one-step, two-step, bracket, and unknowns-both-sides equations.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Every equation, however complicated it looks, is solved the same way: undo operations step by step, keeping both sides balanced.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Today's review pulls together everything — plus one final challenge combining brackets AND unknowns on both sides.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What is the very first thing you should do before solving any equation?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2(x + 3) = x + 10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Expand the bracket first: 2(x + 3) = 2x + 6, so the equation is 2x + 6 = x + 10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Subtract x from both sides: x + 6 = 10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Subtract 6 from both sides: x = 4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left side 2×(4+3)=14, right side 4+10=14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3(x − 1) = x + 5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Expand the bracket: 3x − 3 = x + 5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Subtract x from both sides: 2x − 3 = 5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Add 3 to both sides: 2x = 8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Divide both sides by 2: x = 4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left side 3×(4−1)=9, right side 4+5=9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x + 8 = -5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5x − 3 = 22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2(x + 4) = 18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6x + 3 = 2x + 19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2(x + 5) = 3x + 4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4(x − 2) = 2x + 6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Equations Championship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Same team format as Lesson 8 — one question from each family, finishing with the bracket-and-both-sides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x + 9 = -4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7x = -56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5x − 8 = 17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-3x + 10 = 1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4(x + 2) = 20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-2(x − 5) = 16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7. 6x + 4 = 2x + 24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8. 3(x + 4) = x + 14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Solve 3(x + 2) = x + 12 and check your answer.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