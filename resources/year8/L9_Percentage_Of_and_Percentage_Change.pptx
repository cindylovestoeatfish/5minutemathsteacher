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Find 65% of £140.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Increase £84 by 25%.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£105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Find 8% of £250.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Original price if £72 is after 20% off.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Convert 9/20 to a percentage.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45%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3 · LESSON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Percentage Of, and Percentage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Express one quantity as a percentage of another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Calculate percentage change (increase or decrease as a percentage)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Apply the percentage change formula to real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Percentage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Percentage of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Formula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Compare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Difference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How Much Has It Changed?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So far we've found percentages OF amounts. Now we compare two amounts to find a percentage.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'What percentage of the class are girls?' compares a part to a whole.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'What is the percentage increase?' compares the CHANGE to the ORIGINAL amount.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A plant grows from 40cm to 52cm. Is the percentage increase more or less than 25%?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In a class of 30 students, 18 are girls. What percentage are girls?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Write as a fraction: 18/30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Convert to a fraction out of 100 (or divide): 18 ÷ 30 × 100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18/30 = 60/100 = 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 plant grows from 40cm to 52cm. Find the percentage increase.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Find the increase: 52 − 40 = 12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Percentage change = (increase ÷ original) × 100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(12 ÷ 40) × 100 = 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12 out of 25 are correct. What percentage?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48%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 price rises from £40 to £46. Find the percentage increase.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 weight falls from 80kg to 68kg. Find the percentage decrease.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7 out of 20 marks were gained. What percentage?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population grows from 4,500 to 5,175. Find the percentage increase.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4575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0075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0075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stock falls from £250 to £212.50, then rises to £225.25. Find the overall percentage change from £250.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158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A decrease of 9.9%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Percentage Change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'percentage of' or 'percentage change' question. Students identify which type before answering.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9 out of 20 as a %?   </a:t>
            </a:r>
            <a:r>
              <a:rPr sz="1500" b="1">
                <a:solidFill>
                  <a:srgbClr val="2B6B3D"/>
                </a:solidFill>
                <a:latin typeface="Arial"/>
              </a:rPr>
              <a:t>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Price rises £50 to £60, % increase?   </a:t>
            </a:r>
            <a:r>
              <a:rPr sz="1500" b="1">
                <a:solidFill>
                  <a:srgbClr val="2B6B3D"/>
                </a:solidFill>
                <a:latin typeface="Arial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15 out of 60 as a %?   </a:t>
            </a:r>
            <a:r>
              <a:rPr sz="1500" b="1">
                <a:solidFill>
                  <a:srgbClr val="2B6B3D"/>
                </a:solidFill>
                <a:latin typeface="Arial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Weight falls 90kg to 72kg, % decrease?   </a:t>
            </a:r>
            <a:r>
              <a:rPr sz="1500" b="1">
                <a:solidFill>
                  <a:srgbClr val="2B6B3D"/>
                </a:solidFill>
                <a:latin typeface="Arial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21 out of 30 as a %?   </a:t>
            </a:r>
            <a:r>
              <a:rPr sz="1500" b="1">
                <a:solidFill>
                  <a:srgbClr val="2B6B3D"/>
                </a:solidFill>
                <a:latin typeface="Arial"/>
              </a:rP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Price rises £80 to £100, % increase?   </a:t>
            </a:r>
            <a:r>
              <a:rPr sz="1500" b="1">
                <a:solidFill>
                  <a:srgbClr val="2B6B3D"/>
                </a:solidFill>
                <a:latin typeface="Arial"/>
              </a:rPr>
              <a:t>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6 out of 40 as a %?   </a:t>
            </a:r>
            <a:r>
              <a:rPr sz="1500" b="1">
                <a:solidFill>
                  <a:srgbClr val="2B6B3D"/>
                </a:solidFill>
                <a:latin typeface="Arial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Weight falls 50kg to 45kg, % decrease?   </a:t>
            </a:r>
            <a:r>
              <a:rPr sz="1500" b="1">
                <a:solidFill>
                  <a:srgbClr val="2B6B3D"/>
                </a:solidFill>
                <a:latin typeface="Arial"/>
              </a:rPr>
              <a:t>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A price rises from £64 to £72. Find the percentage increase.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