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8 x 8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-10 - 5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3 x (9 - 6) + 1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Find the gradient perpendicular to a line with gradient 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Write a line parallel to y = 6x - 3 through (0, 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y = 6x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2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Real-Life Graphs and Unit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interpret real-life straight-line graphs, including gradient and intercept in context.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apply all the skills from this unit to solve mixed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Real-life 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Gradient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Y-intercept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Graphs That Cost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phone contract costs £10 up front plus £15 per month.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Plotting cost against number of months gives a straight-line graph — what do the gradient and y-intercept represent here?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In the phone contract example, which part is the gradient and which is the y-intercept?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A taxi costs y = 2x + 3 (x = miles, y = cost in £). Interpret the equation and find the cost for 5 miles.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Gradient = 2 means the cost per mile is £2.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Y-intercept = 3 means there is a fixed starting fee of £3.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Substitute x = 5: y = 2(5) + 3 = 13.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a 5-mile journey costs £13.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A gym membership costs y = 15x + 20 (x = months, y = total cost in £). Interpret it and find the cost after 6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Gradient = 15 means the monthly fee is £___.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Y-intercept = 20 means the joining fee is £___.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Substitute x = 6: y = 15(6) + 20 =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monthly fee £15, joining fee £20, cost after 6 months = £110.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A tank drains following y = -3x + 60 (x = minutes, y = litres). What do the gradient and y-intercept represent? Find the litres left after 10 minutes.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Gradient -3 = drains 3 litres/min; intercept 60 = starts with 60 litres. After 10 min: y = -30 + 60 = 30 litres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Find the equation of a line through (0, -2) and (3, 7).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Gradient = 3, so y = 3x - 2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Write the equation of a line parallel to y = -4x + 2 through (0, 5).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y = -4x + 5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Write the equation of a line perpendicular to y = 2x - 1 through (0, -3). Is it steeper or less steep than the original?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y = -0.5x - 3; less steep (smaller gradient size)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Plan A costs y = 0.5x + 12 and Plan B costs y = 0.5x + 8 (x = minutes used). Are the plans' costs ever the same? Use what you know about parallel lines.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Both have gradient 0.5, so the lines are parallel and never meet. Plan B is always £4 cheaper than Plan 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Design a real-life scenario matching y = 4x + 10. Explain what the 4 and the 10 represent.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Example: cost = £4 per item plus a £10 delivery fee. The 4 is the rate per item (gradient), the 10 is the fixed fee (y-intercept).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Linear Graphs Quiz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Whole-class team quiz covering the whole unit. Teams buzz in or hold up whiteboards — fastest correct answer scores.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Gradient and y-intercept of y = 5x − 2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m = 5, c = 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Find the gradient between (0,1) and (3,10)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m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Equation with y-intercept (0,-2), gradient 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y = 4x − 2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Is y = 3x + 1 parallel to y = 3x − 6?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Yes (both m =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Is y = 2x + 1 perpendicular to y = -0.5x + 3?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Yes (2 x -0.5 = -1)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A taxi costs y = 2x + 5. What does the 5 represent?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£5 fixed starting fee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Traffic light check: rate yourself green/amber/red on gradient, y-intercept, parallel lines and perpendicular lines.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