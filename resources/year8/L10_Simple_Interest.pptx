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Find 4% of £500.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A price rises from £64 to £72. Find the percentage increase.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12.5%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A weight falls from 90kg to 72kg. Find the percentage decrease.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21 out of 30 as a percentage.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A population grows from 4,500 to 5,175. Find the percentage increase.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3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Simple Interest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Understand what simple interest means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Calculate simple interest using rate and time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Find the total amount after simple interest is applied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Simple interest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Principal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Total amount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Saving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When money is saved in a bank account, it can earn interest.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Simple interest pays the SAME amount of interest every year, based on the original amount saved.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The original amount is called the principal.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If £500 earns 4% simple interest every year, will the interest amount change from year to year?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£500 is invested at 4% simple interest per year. Find the interest after 3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Interest per year = 4% of £500 = 20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Interest over 3 years = 20 × 3 = £60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Total amount = 500 + 60 = £560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£800 is saved at 3% simple interest for 5 years. Find the total interest and the final amount.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Interest per year = 3% of £800 = 24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Interest over 5 years = 24 × 5 = £120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Total amount = 800 + 120 = £920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£300 at 5% simple interest for 2 years. Find the interest.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£1,000 at 2% simple interest for 4 years. Find the total amount.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£1,080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£650 at 6% simple interest for 3 years. Find the interest.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£450 at 4% simple interest for 5 years. Find the total amount.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£540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£2,000 is invested at 3.5% simple interest. Find the total after 6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575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£2,420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0075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0075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How many years does it take for £600 at 5% simple interest to earn £150 interest?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158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5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Interest Investigator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simple interest question. Students calculate interest per year first, then the total.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£200 at 5% for 3 years, interest?   </a:t>
            </a:r>
            <a:r>
              <a:rPr sz="1500" b="1">
                <a:solidFill>
                  <a:srgbClr val="2B6B3D"/>
                </a:solidFill>
                <a:latin typeface="Arial"/>
              </a:rPr>
              <a:t>£30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£500 at 4% for 2 years, total?   </a:t>
            </a:r>
            <a:r>
              <a:rPr sz="1500" b="1">
                <a:solidFill>
                  <a:srgbClr val="2B6B3D"/>
                </a:solidFill>
                <a:latin typeface="Arial"/>
              </a:rPr>
              <a:t>£540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£900 at 3% for 4 years, interest?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£750 at 2% for 5 years, total?   </a:t>
            </a:r>
            <a:r>
              <a:rPr sz="1500" b="1">
                <a:solidFill>
                  <a:srgbClr val="2B6B3D"/>
                </a:solidFill>
                <a:latin typeface="Arial"/>
              </a:rPr>
              <a:t>£825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£400 at 6% for 2 years, interest?   </a:t>
            </a:r>
            <a:r>
              <a:rPr sz="1500" b="1">
                <a:solidFill>
                  <a:srgbClr val="2B6B3D"/>
                </a:solidFill>
                <a:latin typeface="Arial"/>
              </a:rPr>
              <a:t>£48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£1,200 at 5% for 3 years, total?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£1,380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£350 at 4% for 3 years, interest?   </a:t>
            </a:r>
            <a:r>
              <a:rPr sz="1500" b="1">
                <a:solidFill>
                  <a:srgbClr val="2B6B3D"/>
                </a:solidFill>
                <a:latin typeface="Arial"/>
              </a:rPr>
              <a:t>£42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£600 at 3% for 4 years, total?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£900 is invested at 4% simple interest for 3 years. Find the total amount.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