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Find 10% of £70.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Find 5% of £120.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Find 30% of £50 using 10% blocks.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Find 45% of £80 using 10%/5% blocks.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Find 17.5% of £240.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1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Finding Percentages Using a Multiplier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Convert a percentage into a decimal multiplier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Find a percentage of an amount using a multiplier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Apply the multiplier method to real-life contexts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Multiplier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Decimal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Calculator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Percentage of amount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Convert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Percentages by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The 10%-block method is quick, but for awkward percentages a calculator is faster.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Every percentage can be written as a decimal multiplier: 23% = 0.23, 8% = 0.08.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To find a percentage of an amount, multiply the amount by the decimal multiplier.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What decimal multiplier would you use to find 6% of an amount?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Find 23% of 350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Convert 23% to a decimal: 23% = 0.23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Multiply: 0.23 × 350 = 80.5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23% of 350 = 80.5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Find 8% of 650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Convert 8% to a decimal: 8% = 0.08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Multiply: 0.08 × 650 =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Find 12% of 200.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Find 45% of 80.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Find 6% of 150.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Find 90% of 40.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Find 37.5% of 96.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575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0075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0075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Find 8.5% of 480.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3583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40.8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Multiplier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percentage-of-amount question. Students calculate using a multiplier and hold up their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20% of 90?   </a:t>
            </a:r>
            <a:r>
              <a:rPr sz="1500" b="1">
                <a:solidFill>
                  <a:srgbClr val="2B6B3D"/>
                </a:solidFill>
                <a:latin typeface="Arial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15% of 60?   </a:t>
            </a:r>
            <a:r>
              <a:rPr sz="1500" b="1">
                <a:solidFill>
                  <a:srgbClr val="2B6B3D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6% of 250?   </a:t>
            </a:r>
            <a:r>
              <a:rPr sz="1500" b="1">
                <a:solidFill>
                  <a:srgbClr val="2B6B3D"/>
                </a:solidFill>
                <a:latin typeface="Arial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32% of 50?   </a:t>
            </a:r>
            <a:r>
              <a:rPr sz="1500" b="1">
                <a:solidFill>
                  <a:srgbClr val="2B6B3D"/>
                </a:solidFill>
                <a:latin typeface="Arial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4% of 300?   </a:t>
            </a:r>
            <a:r>
              <a:rPr sz="1500" b="1">
                <a:solidFill>
                  <a:srgbClr val="2B6B3D"/>
                </a:solidFill>
                <a:latin typeface="Arial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70% of 90?   </a:t>
            </a:r>
            <a:r>
              <a:rPr sz="1500" b="1">
                <a:solidFill>
                  <a:srgbClr val="2B6B3D"/>
                </a:solidFill>
                <a:latin typeface="Arial"/>
              </a:rPr>
              <a:t>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12.5% of 80?   </a:t>
            </a:r>
            <a:r>
              <a:rPr sz="1500" b="1">
                <a:solidFill>
                  <a:srgbClr val="2B6B3D"/>
                </a:solidFill>
                <a:latin typeface="Arial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9% of 200?   </a:t>
            </a:r>
            <a:r>
              <a:rPr sz="1500" b="1">
                <a:solidFill>
                  <a:srgbClr val="2B6B3D"/>
                </a:solidFill>
                <a:latin typeface="Arial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Find 64% of 250 using the multiplier method.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