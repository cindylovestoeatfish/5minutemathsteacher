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3x − 4 =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-2x + 8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Double 7, then add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Half of 20, then subtract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Solve: x ÷ 5 − 1 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Forming and Solving Equations from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Translate a worded problem into an algebraic equation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the equation formed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Interpret the solution in the context of the original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Form an equation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Translate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Interpret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Think of a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'I think of a number, multiply it by 4, then add 3. My answer is 19. What was my number?'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We can turn this sentence into an equation: 4x + 3 = 19, then solve it just like before.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 we practise turning words into equations before solving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How would you write 'I think of a number and subtract 6, giving 10' as an equation?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'I think of a number, multiply by 5, then subtract 4. My answer is 21. Find the number.'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Let the number be x. Multiply by 5: 5x. Subtract 4: 5x − 4.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This equals 21, so the equation is 5x − 4 = 21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Solve: add 4 to both sides → 5x = 25, then divide by 5 → x = 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 in the story: 5 × 5 − 4 = 25 − 4 = 21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'I think of a number, add 7, then double it. My answer is 22. Find the number.' (this becomes 2(x + 7) = 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Doubling (x + 7) means the whole bracket is multiplied by 2: 2(x + 7) = 22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×2 first: divide both sides by 2 → x + 7 = 11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+7: subtract 7 → x =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(4 + 7) × 2 = 11 × 2 = 22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'Multiply a number by 3, then add 5. Answer is 20. Find the number.'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'Subtract 6 from a number, then multiply by 2. Answer is 8. Find the number.'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'Divide a number by 4, then add 2. Answer is 9. Find the number.'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'Multiply a number by 6, then subtract 7. Answer is 5. Find the number.'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'Add 3 to a number, then multiply by 5. Answer is 10. Find the number.'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'Twice the sum of a number and 8 is 6 less than 30. Find the number.'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Story to Equation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Team relay — student 1 writes the equation, student 2 solves it, student 3 checks it against the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Multiply a number by 4, add 5. Answer 33.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4x+5=33; x=7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Subtract 3 from a number, multiply by 6. Answer 18.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6(x-3)=18; x=6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Divide a number by 5, add 8. Answer 11.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x/5+8=11; x=15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Multiply a number by 7, subtract 10. Answer 4.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7x-10=4; x=2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Add 9 to a number, double it. Answer 26.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2(x+9)=26; x=4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Multiply a number by 3, add 14. Answer 5.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3x+14=5; x=-3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Divide a number by 4, subtract 2. Answer 3.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x/4-2=3; x=20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Multiply a number by 5, add 8. Answer -7.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5x+8=-7; x=-3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Write and solve the equation for: 'I think of a number, multiply by 4, then add 6. My answer is 26.'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