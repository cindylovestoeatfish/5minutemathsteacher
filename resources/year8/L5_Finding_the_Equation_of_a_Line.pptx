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12 x 6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-9 + -4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4 + 3 x (7 - 5)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Give two points on the line y = 4x - 1.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(0,-1) and (1,3)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State the gradient and y-intercept of y = -3x + 6.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Gradient -3, intercept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Finding the Equation of a Line from a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gradient and y-intercept from a graph to write its equation.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write the equation of a straight line in the form y = mx +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 of a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y-intercept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Reading the Rule From the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scientist plots data points from an experiment and gets a straight line.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can they use the graph alone to find the mathematical rule connecting the variables?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you can see a graph but not its equation, what two things would you need to read off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equation of the line shown, which crosses the y-axis at (0, 3) and passes through (2, 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Read the y-intercept directly from the graph: c = 3.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Find the gradient using two points: (7 - 3) / (2 - 0) = 4 / 2 = 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Write the equation: y = mx + c.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y = 2x + 3.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138302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52659" y="2594609"/>
            <a:ext cx="662940" cy="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515599" y="1268731"/>
            <a:ext cx="0" cy="1325878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26929" y="264947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3030"/>
                </a:solidFill>
                <a:latin typeface="Arial"/>
              </a:rPr>
              <a:t>run =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70463" y="1831086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B03030"/>
                </a:solidFill>
                <a:latin typeface="Arial"/>
              </a:rPr>
              <a:t>rise = 4</a:t>
            </a:r>
          </a:p>
        </p:txBody>
      </p:sp>
      <p:sp>
        <p:nvSpPr>
          <p:cNvPr id="54" name="Oval 53"/>
          <p:cNvSpPr/>
          <p:nvPr/>
        </p:nvSpPr>
        <p:spPr>
          <a:xfrm>
            <a:off x="9806939" y="254888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2387" y="233857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(0, 3)</a:t>
            </a:r>
          </a:p>
        </p:txBody>
      </p:sp>
      <p:sp>
        <p:nvSpPr>
          <p:cNvPr id="56" name="Oval 55"/>
          <p:cNvSpPr/>
          <p:nvPr/>
        </p:nvSpPr>
        <p:spPr>
          <a:xfrm>
            <a:off x="10469879" y="1223011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25327" y="1012699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(2, 7)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equation of the line shown, which crosses the y-axis at (0, -2) and passes through (3, 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Read the y-intercept: c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Find the gradient: (4 - (-2)) / (3 - 0)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Write the equation.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y = 2x - 2.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274321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52659" y="4251959"/>
            <a:ext cx="994410" cy="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847069" y="2263139"/>
            <a:ext cx="0" cy="198882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892664" y="430682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3030"/>
                </a:solidFill>
                <a:latin typeface="Arial"/>
              </a:rPr>
              <a:t>run =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01933" y="3156965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B03030"/>
                </a:solidFill>
                <a:latin typeface="Arial"/>
              </a:rPr>
              <a:t>rise = 6</a:t>
            </a:r>
          </a:p>
        </p:txBody>
      </p:sp>
      <p:sp>
        <p:nvSpPr>
          <p:cNvPr id="54" name="Oval 53"/>
          <p:cNvSpPr/>
          <p:nvPr/>
        </p:nvSpPr>
        <p:spPr>
          <a:xfrm>
            <a:off x="9806939" y="420623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2387" y="399592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-2)</a:t>
            </a:r>
          </a:p>
        </p:txBody>
      </p:sp>
      <p:sp>
        <p:nvSpPr>
          <p:cNvPr id="56" name="Oval 55"/>
          <p:cNvSpPr/>
          <p:nvPr/>
        </p:nvSpPr>
        <p:spPr>
          <a:xfrm>
            <a:off x="10801349" y="221741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56797" y="200710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(3, 4)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line crosses the y-axis at (0, 1) and passes through (2, 5). Find its equation.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2, so y = 2x + 1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line crosses the y-axis at (0, 4) and passes through (1, 1). Find its equation.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-3, so y = -3x + 4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line crosses the y-axis at (0, -5) and passes through (4, 3). Find its equation.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2, so y = 2x - 5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line passes through (1, 4) and (3, 10) (no y-axis crossing given). Find its equation.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3; using (1,4): 4 = 3(1) + c, so c = 1. Equation: y = 3x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line passes through (2, 1) and (5, 10). Find its equation, then predict y when x = 10.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Gradient = 3; c = 1 - 3(2) = -5, so y = 3x - 5. At x = 10: y = 25.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Points (0, 4) and (4, 4) both lie on a line. What is special about this line, and what is its equation?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Gradient = 0, so the line is horizontal. Equation: y =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Detective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The teacher describes a graph using two key features (a point and the y-intercept, or two points).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In pairs, work out the equation — first correct pair reveals their method to the class.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3 rounds, each trickier than the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A line crosses the y-axis at (0, -1) and passes through (2, 3). What is its equation?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