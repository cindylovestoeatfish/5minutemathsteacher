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4x + 3 =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Expand: 3(x + 2)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3x + 6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Expand: 5(x − 1)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5x − 5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Solve: x ÷ 2 + 7 =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Solve: -3x + 1 =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3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Equations With Brackets: a(x + b) =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Expand a single bracket where the outside number multiplies everything inside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equations of the form a(x + b) = 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Recognise this as an alternative to dividing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Bracket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Expand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Multiply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Multiplying Everything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bracket like 3(x + 4) means 3 lots of (x + 4) — everything inside gets multiplied by 3.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So 3(x + 4) = 3x + 12. We can 'expand' the bracket before solving, or divide both sides by 3 first — both work!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 we solve equations that start with a bracket.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do you think 2(x + 5) expands 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3(x + 4) =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Method: divide both sides by 3 first, since 3 multiplies the WHOLE bracket: (x + 4) = 21 ÷ 3 =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Now solve x + 4 = 7: subtract 4 from both sides → x =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3 × (3 + 4) = 3 × 7 = 21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5(x − 2) =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5: x − 2 = 20 ÷ 5 =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Solve x − 2 = 4: add 2 to both sides → x = 6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5 × (6 − 2) = 5 × 4 = 20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2(x + 3) = 14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4(x − 1) = 16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3(x + 5) = 18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6(x − 2) = 24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7(x + 2) = 21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2(x − 9) = -10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Bracket Buster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In pairs, race to solve each equation BOTH ways (divide first / expand first) — check the two answers match.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2(x + 5) = 16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4(x − 3) = 20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3(x + 7) = 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5(x − 1) = 30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6(x + 2) = 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2(x − 9) = -4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7(x + 3) = 28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3(x − 5) = -9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4(x + 3) = 28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