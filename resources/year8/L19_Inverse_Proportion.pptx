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y ∝ x. When x = 3, y = 12. Find y when x =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y is directly proportional to x. When x = 6, y = 27. Find y when x =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The cost C of apples is directly proportional to mass m. 3kg costs £5.40. Find the cost of 7kg.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£12.60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Simplify 32:40.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Find 30% of £150.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5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Inverse Proportion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inverse proportion: as one quantity increases, the other decreases proportionally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Recognise the relationship xy = k (a constant product)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Solve inverse proportion problems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Inverse proportion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Constant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xy =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Decrease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Reciprocal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More Workers, Less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In direct proportion, both quantities increase together. Inverse proportion is the opposite.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As one quantity increases, the other DECREASES at a matching rate — like workers and time.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For inverse proportion, the PRODUCT of the two quantities stays constant: x × y = k.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4 workers build a wall in 12 hours. If more workers join, will the job take more or less time?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4 workers can build a wall in 12 hours. How long would 6 workers take, at the same rate?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Workers × hours = constant: 4 × 12 = 48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6 × hours = 48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Hours = 48 ÷ 6 =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It takes 3 taps 20 minutes to fill a tank. How long would 5 taps take?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Taps × minutes = constant: 3 × 20 = 60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5 × minutes = 60, so minutes = 60 ÷ 5 =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6 machines take 10 hours. How long for 4 machines?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8 people take 6 days. How long for 12 people?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car takes 5 hours at 60mph. How long at 75mph (same distance)?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2 pumps take 18 hours. How long for 3 pumps?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12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y is inversely proportional to x. When x = 5, y = 8. Find y when x = 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y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It takes 10 people 6 hours to paint a hall. The job must be done in 4 hours. How many people are needed?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Inverse Proportion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inverse proportion question. Students find the constant product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5 workers, 8 hrs; find hrs for 10 workers?   </a:t>
            </a:r>
            <a:r>
              <a:rPr sz="1500" b="1">
                <a:solidFill>
                  <a:srgbClr val="2B6B3D"/>
                </a:solidFill>
                <a:latin typeface="Arial"/>
              </a:rPr>
              <a:t>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3 pumps, 24 hrs; find hrs for 6 pumps?   </a:t>
            </a:r>
            <a:r>
              <a:rPr sz="1500" b="1">
                <a:solidFill>
                  <a:srgbClr val="2B6B3D"/>
                </a:solidFill>
                <a:latin typeface="Arial"/>
              </a:rPr>
              <a:t>12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4 taps, 15 min; find min for 6 taps?   </a:t>
            </a:r>
            <a:r>
              <a:rPr sz="1500" b="1">
                <a:solidFill>
                  <a:srgbClr val="2B6B3D"/>
                </a:solidFill>
                <a:latin typeface="Arial"/>
              </a:rPr>
              <a:t>10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6 people, 12 days; find days for 9 people?   </a:t>
            </a:r>
            <a:r>
              <a:rPr sz="1500" b="1">
                <a:solidFill>
                  <a:srgbClr val="2B6B3D"/>
                </a:solidFill>
                <a:latin typeface="Arial"/>
              </a:rPr>
              <a:t>8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2 machines, 30 hrs; find hrs for 5 machines?   </a:t>
            </a:r>
            <a:r>
              <a:rPr sz="1500" b="1">
                <a:solidFill>
                  <a:srgbClr val="2B6B3D"/>
                </a:solidFill>
                <a:latin typeface="Arial"/>
              </a:rPr>
              <a:t>12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8 workers, 9 hrs; find hrs for 12 workers?   </a:t>
            </a:r>
            <a:r>
              <a:rPr sz="1500" b="1">
                <a:solidFill>
                  <a:srgbClr val="2B6B3D"/>
                </a:solidFill>
                <a:latin typeface="Arial"/>
              </a:rPr>
              <a:t>6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10 taps, 6 min; find min for 4 taps?   </a:t>
            </a:r>
            <a:r>
              <a:rPr sz="1500" b="1">
                <a:solidFill>
                  <a:srgbClr val="2B6B3D"/>
                </a:solidFill>
                <a:latin typeface="Arial"/>
              </a:rPr>
              <a:t>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5 pumps, 16 hrs; find hrs for 4 pumps?   </a:t>
            </a:r>
            <a:r>
              <a:rPr sz="1500" b="1">
                <a:solidFill>
                  <a:srgbClr val="2B6B3D"/>
                </a:solidFill>
                <a:latin typeface="Arial"/>
              </a:rPr>
              <a:t>20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6 workers take 8 hours to complete a job. How long would 4 workers take?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