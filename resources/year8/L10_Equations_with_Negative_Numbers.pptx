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3(x + 2) =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5(x − 4)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-6 × -4 =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-2 × 7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-12 ÷ -4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Equations With Negative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equations involving negative coefficients and negative brackets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Apply careful negative-number arithmetic at each step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Continue building confidence with brackets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coefficient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Bracket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Negative Times a Bracket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 the number outside the bracket is negative, like -2(x + 3), the same rule applies: everything inside gets multiplied — including keeping track of the sign.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-2(x + 3) = -2x − 6. It's easy to make sign mistakes here, so we go slowly and carefully.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Today's equations combine brackets with negative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-3(x + 2) expands to? Talk to your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-2(x + 3) =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-2 (the whole bracket is multiplied by -2): x + 3 = 8 ÷ (-2) = -4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 x + 3 = -4: subtract 3 from both sides → x = -7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-2 × (-7 + 3) = -2 × (-4) = 8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-4(x − 1) =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-4: x − 1 = 12 ÷ (-4) = -3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 x − 1 = -3: add 1 to both sides → x = -2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-4 × (-2 − 1) = -4 × (-3) = 12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-3(x + 1) =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-2(x − 5) = 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-5(x + 2) = -25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-4(x − 3) = 20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-6(x + 4) = 12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-3(x − 7) = -6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Collect the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Teams sort each card into 'positive answer' or 'negative answer' WITHOUT fully solving, then check by solving.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-2(x + 3) = 10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-8 (negative)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-5(x − 2) =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-1 (negative)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-3(x + 4)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 (negative)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-4(x − 1) = -20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 (positive)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-6(x + 2) = -24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 (positive)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-2(x − 5) = 18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-4 (negative)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-3(x + 1) = -15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 (positive)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-5(x − 3) = -5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 (positive)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-2(x + 4) = 6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