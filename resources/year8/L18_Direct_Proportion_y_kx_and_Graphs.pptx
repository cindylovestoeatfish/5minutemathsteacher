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4 books cost £18. Find the cost of 7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£31.50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6kg of apples cost £9. Find the cost of 10kg.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7 notebooks cost £16.10. Find the cost of 4 notebooks.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Simplify 32:40.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4:5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Find 30% of £150.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5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Direct Proportion — y = kx and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Recognise direct proportion from a table, equation or graph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the constant of proportionality, k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Use y = kx to solve proportion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Constant of proportionality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y = kx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Straight line through origin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Direct proportion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Writing Proportion as an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Direct proportion can be written as an equation: y = kx, where k is the constant of proportionality.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If you know one pair of values, you can find k — then use the equation for any value.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On a graph, direct proportion always gives a straight line through the origin (0, 0).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If y = kx and the graph is a straight line NOT through the origin, is it still direct proportion?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y is directly proportional to x. When x = 4, y = 20. Find the equation, and find y when x =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y = kx, so 20 = k × 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k = 20 ÷ 4 = 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Equation: y = 5x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When x = 9: y = 5 × 9 =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 is directly proportional to q. When q = 6, p = 15. Find k, and find p when q =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15 = k × 6, so k = 2.5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Equation: p = 2.5q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When q = 10: p = 2.5 × 10 =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y ∝ x. When x = 3, y = 12. Find k and find y when x =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k = 4, y =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y ∝ x. When x = 5, y = 30. Find y when x = 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Does y = 3x + 2 pass through the origin? Is it direct proportion?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No — not direct proportion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y ∝ x. When x = 10, y = 4. Find x when y = 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x =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The cost C of apples is directly proportional to mass m. 3kg costs £5.40. Find the equation and the cost of 7kg.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C = 1.8m; £12.60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Explain why y = 2x + 1 is NOT an example of direct proportion.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It does not pass through the origin (x = 0 gives y = 1, not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Proportion Puzzle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y = kx question. Students find k first, then the requested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12.6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x=2,y=8, find k?   </a:t>
            </a:r>
            <a:r>
              <a:rPr sz="1500" b="1">
                <a:solidFill>
                  <a:srgbClr val="2B6B3D"/>
                </a:solidFill>
                <a:latin typeface="Arial"/>
              </a:rPr>
              <a:t>k=4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x=5,y=20, find y when x=8?   </a:t>
            </a:r>
            <a:r>
              <a:rPr sz="1500" b="1">
                <a:solidFill>
                  <a:srgbClr val="2B6B3D"/>
                </a:solidFill>
                <a:latin typeface="Arial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x=4,y=6, find k?   </a:t>
            </a:r>
            <a:r>
              <a:rPr sz="1500" b="1">
                <a:solidFill>
                  <a:srgbClr val="2B6B3D"/>
                </a:solidFill>
                <a:latin typeface="Arial"/>
              </a:rPr>
              <a:t>k=1.5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x=3,y=9, find y when x=10?   </a:t>
            </a:r>
            <a:r>
              <a:rPr sz="1500" b="1">
                <a:solidFill>
                  <a:srgbClr val="2B6B3D"/>
                </a:solidFill>
                <a:latin typeface="Arial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x=6,y=3, find k?   </a:t>
            </a:r>
            <a:r>
              <a:rPr sz="1500" b="1">
                <a:solidFill>
                  <a:srgbClr val="2B6B3D"/>
                </a:solidFill>
                <a:latin typeface="Arial"/>
              </a:rPr>
              <a:t>k=0.5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x=2,y=11, find y when x=5?   </a:t>
            </a:r>
            <a:r>
              <a:rPr sz="1500" b="1">
                <a:solidFill>
                  <a:srgbClr val="2B6B3D"/>
                </a:solidFill>
                <a:latin typeface="Arial"/>
              </a:rPr>
              <a:t>27.5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x=7,y=14, find k?   </a:t>
            </a:r>
            <a:r>
              <a:rPr sz="1500" b="1">
                <a:solidFill>
                  <a:srgbClr val="2B6B3D"/>
                </a:solidFill>
                <a:latin typeface="Arial"/>
              </a:rPr>
              <a:t>k=2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x=9,y=3, find y when x=15?   </a:t>
            </a:r>
            <a:r>
              <a:rPr sz="1500" b="1">
                <a:solidFill>
                  <a:srgbClr val="2B6B3D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y is directly proportional to x. When x = 6, y = 27. Find y when x = 10.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