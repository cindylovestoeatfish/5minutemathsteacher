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3x + 4 = x + 10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6x + 2 = 2x + 22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Solve: -3(x + 2) =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Simplify: 3x − 8x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Simplify: -2x + 9x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4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Unknowns on Both Sides — More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equations with unknowns on both sides, including negative coefficients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Handle cases where collecting x-terms leaves a negative x-term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Build fluency with harder unknowns-both-sides equations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Unknowns on both sides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Negative coefficient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Collect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When the x's Don't Cancel Nicely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Sometimes, if you subtract the wrong x-term, you can end up with a negative x-term like -2x = 6.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That's still fine — just divide by the negative number, remembering your negative number rules.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Today's equations are a little trickier, so let's slow down and take it step by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In 2x + 5 = 6x + 1, would subtracting 2x or 6x from both sides avoid a negative x-term?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2x + 5 = 6x + 1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the smaller x-term (2x) from both sides to avoid negatives: 2x + 5 − 2x = 6x + 1 − 2x → 5 = 4x + 1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1 from both sides: 4 = 4x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4: x = 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left side 2×1+5=7, right side 6×1+1=7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3x + 12 = 7x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3x from both sides: 12 = 4x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4: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left side 3×3+12=21, right side 7×3=21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4x + 9 = 7x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2x + 15 = 5x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3x + 8 = 5x + 2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+ 20 = 6x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4x + 3 = 9x − 17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2x − 5 = 5x − 20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Equation Duel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Two students race at the board to solve the same equation. Class votes on whose method was clearer.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3x + 5 = 7x − 3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2x + 9 = 5x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4x + 7 = 9x − 8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x + 18 = 4x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5x + 2 = 2x + 17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6x − 3 = 3x + 15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2x + 20 = 6x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3x − 4 = x + 10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3x + 7 = 5x + 1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