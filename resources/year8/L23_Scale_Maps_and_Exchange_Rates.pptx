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A £120 jacket is reduced by 15%, then a further 5% off. Find the final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£96.90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A £250 item rises by 20%, then falls by 20%. Find the final 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£240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Simplify the ratio 24:36.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2:3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6 pens cost £4.50. Find the cost of 10 pens.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£7.50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Ratio 7:13, find percentage of the second quantity.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6 · LESSON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Scale, Maps and Exchange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ratio and proportion to scale drawings and maps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Convert currency using exchange rates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Scale a recipe up or down using proportion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Scale drawing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Map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Exchange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Scale factor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Multiplicative Reasoning in the Real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Maps, models and scale drawings all use ratio to represent real distances at a smaller size.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Currency exchange rates work the same way — one currency is directly proportional to another.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Recipes scale by direct proportion too: double the servings, double every ingredient.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map has a scale of 1:50,000. What do you think the '50,000' tells you about the real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map has a scale of 1:50,000. Two towns are 6cm apart on the map. Find the real distance in km.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Real distance = 6 × 50,000 = 300,000cm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Convert to metres: 300,000 ÷ 100 = 3,000m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Convert to km: 3,000 ÷ 1,000 = 3km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The exchange rate is £1 = $1.25. Convert £80 to dollars.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1480"/>
            <a:ext cx="11277295" cy="425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Multiply by the exchange rate: 80 × 1.25 = $100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77295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map scale is 1:20,000. A distance on the map is 4cm. Find the real distance in metres.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3487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800m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868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3682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£1 = €1.15. Convert £150 to euros.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3559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€172.50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8754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03754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recipe for 4 people uses 600g of pasta. Find the amount needed for 10 people.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53631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1,500g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882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93826"/>
            <a:ext cx="11277295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scale drawing has scale 1:5. The real length is 2.5m. Find the length on the drawing.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52313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0.5m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model car is built at scale 1:24. The real car is 4.8m long. Find the length of the model in cm.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20cm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$1 = £0.79. Convert $250 to pounds, then convert that amount to euros if £1 = €1.15.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£197.50, then ≈€227.13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World of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scale, map, currency or recipe question. Students identify the multiplier before calculating.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172.5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Map 1:10,000, 3cm on map?   </a:t>
            </a:r>
            <a:r>
              <a:rPr sz="1500" b="1">
                <a:solidFill>
                  <a:srgbClr val="2B6B3D"/>
                </a:solidFill>
                <a:latin typeface="Arial"/>
              </a:rPr>
              <a:t>300m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£1=$1.30, convert £60?   </a:t>
            </a:r>
            <a:r>
              <a:rPr sz="1500" b="1">
                <a:solidFill>
                  <a:srgbClr val="2B6B3D"/>
                </a:solidFill>
                <a:latin typeface="Arial"/>
              </a:rPr>
              <a:t>$78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Recipe for 2 needs 300g, find for 6?   </a:t>
            </a:r>
            <a:r>
              <a:rPr sz="1500" b="1">
                <a:solidFill>
                  <a:srgbClr val="2B6B3D"/>
                </a:solidFill>
                <a:latin typeface="Arial"/>
              </a:rPr>
              <a:t>900g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Scale 1:4, real length 8m?   </a:t>
            </a:r>
            <a:r>
              <a:rPr sz="1500" b="1">
                <a:solidFill>
                  <a:srgbClr val="2B6B3D"/>
                </a:solidFill>
                <a:latin typeface="Arial"/>
              </a:rPr>
              <a:t>2m on drawing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Map 1:25,000, 5cm on map?   </a:t>
            </a:r>
            <a:r>
              <a:rPr sz="1500" b="1">
                <a:solidFill>
                  <a:srgbClr val="2B6B3D"/>
                </a:solidFill>
                <a:latin typeface="Arial"/>
              </a:rPr>
              <a:t>1.25km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£1=€1.10, convert £40?   </a:t>
            </a:r>
            <a:r>
              <a:rPr sz="1500" b="1">
                <a:solidFill>
                  <a:srgbClr val="2B6B3D"/>
                </a:solidFill>
                <a:latin typeface="Arial"/>
              </a:rPr>
              <a:t>€44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Recipe for 5 needs 250g, find for 8?   </a:t>
            </a:r>
            <a:r>
              <a:rPr sz="1500" b="1">
                <a:solidFill>
                  <a:srgbClr val="2B6B3D"/>
                </a:solidFill>
                <a:latin typeface="Arial"/>
              </a:rPr>
              <a:t>400g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Scale 1:100, real length 3m?   </a:t>
            </a:r>
            <a:r>
              <a:rPr sz="1500" b="1">
                <a:solidFill>
                  <a:srgbClr val="2B6B3D"/>
                </a:solidFill>
                <a:latin typeface="Arial"/>
              </a:rPr>
              <a:t>3cm on drawing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map scale is 1:40,000. Two points are 5.5cm apart on the map. Find the real distance in km.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