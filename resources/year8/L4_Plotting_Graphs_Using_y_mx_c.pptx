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9 x 8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-7 - 6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5 x (6 - 2)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State the gradient and y-intercept of y = 5x - 2.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Gradient 5, intercept 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Find the gradient between (1, 4) and (3, 10).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1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Plotting Graphs Using y = mx +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plot a straight-line graph directly from its equation in the form y = mx + c.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use the gradient and y-intercept as an efficient plotting method.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y = mx +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Plotting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Gradient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Y-intercept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A Faster Way to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Making a table of values every time takes a while.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Can we plot a line straight from its equation using just two key features?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What two features of a line would you need to plot it quickly, without a table?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Plot y = 2x + 1 using the gradient and y-intercept.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Start at the y-intercept: (0, 1).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Use the gradient (2) as rise/run: up 2, right 1, giving the point (1, 3).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Draw a straight line through both points and extend it across the grid.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863840" y="-720089"/>
            <a:ext cx="3977639" cy="7955277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806939" y="321182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2387" y="300151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(0, 1)</a:t>
            </a:r>
          </a:p>
        </p:txBody>
      </p:sp>
      <p:sp>
        <p:nvSpPr>
          <p:cNvPr id="52" name="Oval 51"/>
          <p:cNvSpPr/>
          <p:nvPr/>
        </p:nvSpPr>
        <p:spPr>
          <a:xfrm>
            <a:off x="10138409" y="254888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93857" y="233857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(1, 3)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7223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Arial"/>
              </a:rPr>
              <a:t>Plot y = -x + 3 using the gradient and y-intercept.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7223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1: Start at the y-intercept: (0, ___).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2: Use the gradient (-1): down 1, right 1, giving the point (___, ___).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Step 3: Draw a straight line through both points.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-  Answer: (0, 3) and (1, 2).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0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1953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267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85824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18971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2118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18412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51559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84706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7853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000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841479" y="1600200"/>
            <a:ext cx="0" cy="3977639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55778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52463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491489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458342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63840" y="425195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63840" y="392048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325754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63840" y="292607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259460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26313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931669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63840" y="1600200"/>
            <a:ext cx="3977639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63840" y="3589019"/>
            <a:ext cx="397763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852659" y="1600200"/>
            <a:ext cx="0" cy="3977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1823191" y="3543299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9806939" y="1581912"/>
            <a:ext cx="91440" cy="9144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5759" y="3643883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5811" y="1581912"/>
            <a:ext cx="274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56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737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1" y="3625595"/>
            <a:ext cx="40233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5187" y="54863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187" y="482345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5187" y="416051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5187" y="283463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5187" y="2171699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5187" y="1508760"/>
            <a:ext cx="292608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863840" y="605791"/>
            <a:ext cx="3977639" cy="3977638"/>
          </a:xfrm>
          <a:prstGeom prst="line">
            <a:avLst/>
          </a:prstGeom>
          <a:ln w="31750">
            <a:solidFill>
              <a:srgbClr val="1F3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806939" y="254888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2387" y="233857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(0, 3)</a:t>
            </a:r>
          </a:p>
        </p:txBody>
      </p:sp>
      <p:sp>
        <p:nvSpPr>
          <p:cNvPr id="52" name="Oval 51"/>
          <p:cNvSpPr/>
          <p:nvPr/>
        </p:nvSpPr>
        <p:spPr>
          <a:xfrm>
            <a:off x="10138409" y="2880359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93857" y="2670047"/>
            <a:ext cx="1188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(1, 2)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y = 3x - 1. State the starting point and one more point using the gradient.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(0, -1) and (1,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y = -2x + 4. Give two points on the line.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(0, 4) and (1,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y = 0.5x - 2. Give two points on the line.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(0, -2) and (2, -1)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300"/>
              </a:spcBef>
            </a:pPr>
            <a:r>
              <a:rPr sz="1800" b="1" i="0">
                <a:solidFill>
                  <a:srgbClr val="000000"/>
                </a:solidFill>
                <a:latin typeface="Arial"/>
              </a:rPr>
              <a:t>y = -3x - 2. Give two points, and state if the line slopes up or down left to right.</a:t>
            </a:r>
          </a:p>
          <a:p>
            <a:pPr>
              <a:spcBef>
                <a:spcPts val="500"/>
              </a:spcBef>
            </a:pPr>
            <a:r>
              <a:rPr sz="1500" b="1" i="0">
                <a:solidFill>
                  <a:srgbClr val="2B6B3D"/>
                </a:solidFill>
                <a:latin typeface="Arial"/>
              </a:rPr>
              <a:t>Answer: (0, -2) and (1, -5); slopes down (negative gradient)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A line passes through (0, -3) with gradient 4. Does the point (2, 5) lie on this line?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y = 4(2) - 3 = 5. Yes, (2, 5) lies on the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000000"/>
                </a:solidFill>
                <a:latin typeface="Arial"/>
              </a:rPr>
              <a:t>Are y = 2x + 3 and y - 2x = 3 the same line? Explain how you know.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B6B3D"/>
                </a:solidFill>
                <a:latin typeface="Arial"/>
              </a:rPr>
              <a:t>Answer: Rearranging y - 2x = 3 gives y = 2x + 3 — an identical equation, so yes, they are the same 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LINEAR GRAPHS · 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Two-Point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In pairs, race to find two points for each equation and sketch the line on your whiteboard.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y = 2x + 1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(0,1) and (1,3)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y = -x + 4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(0,4) and (1,3)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y = 3x − 2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(0,-2) and (1,1)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y = -2x + 5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(0,5) and (1,3)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y = 0.5x + 1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(0,1) and (2,2)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y = -4x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(0,0) and (1,-4)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Give two points on the line y = -4x + 1, then sketch it roughly.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Linear Graphs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