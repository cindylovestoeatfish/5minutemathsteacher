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9 x 8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-7 - 6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5 x (6 - 2)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State the gradient and y-intercept of y = 5x - 2.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Gradient 5, intercept 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Find the gradient between (1, 4) and (3, 10).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Plotting Graphs Using y = mx +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plot a straight-line graph directly from its equation in the form y = mx + c.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use the gradient and y-intercept as an efficient plotting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y = mx +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Plotting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Gradient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Y-intercept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A Faster Way to 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Making a table of values every time takes a while.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Can we plot a line straight from its equation using just two key features?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What two features of a line would you need to plot it quickly, without a table?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Plot y = 2x + 1 using the gradient and y-intercept.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Start at the y-intercept: (0, 1).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Use the gradient (2) as rise/run: up 2, right 1, giving the point (1, 3).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Draw a straight line through both points and extend it across the grid.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72008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9806939" y="321182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962387" y="300151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(0, 1)</a:t>
            </a:r>
          </a:p>
        </p:txBody>
      </p:sp>
      <p:sp>
        <p:nvSpPr>
          <p:cNvPr id="52" name="Oval 51"/>
          <p:cNvSpPr/>
          <p:nvPr/>
        </p:nvSpPr>
        <p:spPr>
          <a:xfrm>
            <a:off x="10138409" y="254888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93857" y="233857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(1, 3)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Plot y = -x + 3 using the gradient and y-intercept.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Start at the y-intercept: (0, ___).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Use the gradient (-1): down 1, right 1, giving the point (___, ___).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Draw a straight line through both points.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(0, 3) and (1, 2).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863840" y="605791"/>
            <a:ext cx="3977639" cy="3977638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9806939" y="254888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962387" y="233857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(0, 3)</a:t>
            </a:r>
          </a:p>
        </p:txBody>
      </p:sp>
      <p:sp>
        <p:nvSpPr>
          <p:cNvPr id="52" name="Oval 51"/>
          <p:cNvSpPr/>
          <p:nvPr/>
        </p:nvSpPr>
        <p:spPr>
          <a:xfrm>
            <a:off x="10138409" y="288035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93857" y="267004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(1, 2)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y = 3x - 1. State the starting point and one more point using the gradient.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(0, -1) and (1,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y = -2x + 4. Give two points on the line.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(0, 4) and (1,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y = 0.5x - 2. Give two points on the line.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(0, -2) and (2, -1)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y = -3x - 2. Give two points, and state if the line slopes up or down left to right.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(0, -2) and (1, -5); slopes down (negative gradient)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 line passes through (0, -3) with gradient 4. Does the point (2, 5) lie on this line?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y = 4(2) - 3 = 5. Yes, (2, 5) lies on the 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Are y = 2x + 3 and y - 2x = 3 the same line? Explain how you know.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Rearranging y - 2x = 3 gives y = 2x + 3 — an identical equation, so yes, they are the same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Two-Point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In pairs, the teacher gives an equation.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Race to find two points and sketch the line on your whiteboard.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Fastest correct pair wins the round — 3 rounds, equations get trickier each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Give two points on the line y = -4x + 1, then sketch it roughly.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