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Solve: 3x + 4 =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Solve: 5x + 2 =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-6 − 4 =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18 ÷ 3 + 5 =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Solve: x + 9 =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x = 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2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000000"/>
                </a:solidFill>
                <a:latin typeface="Arial"/>
              </a:rPr>
              <a:t>More Two-Step Equations (ax − b = c and x/a + b = 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two-step equations involving subtraction, ax − b = c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Solve two-step equations involving division, x/a + b = c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Continue to check answers by substitution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Two-step equation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Division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Subtraction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Inverse operation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Two-Step, Different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Last lesson we always added a number after multiplying. Today the second step might be subtraction, or the first step might be division.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The rule is still the same: undo operations in reverse order — last operation first.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Spot what's happened to x, then peel it away one step at a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In 5x − 3 = 12, what's happened to x first, and what second? Which should we undo first?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5x − 3 =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x was multiplied by 5, then 3 was subtracted.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the −3 first: add 3 to both sides → 5x = 15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the ×5: divide both sides by 5 → x = 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5 × 3 − 3 = 15 − 3 = 12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72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Solve: x ÷ 4 + 3 =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x was divided by 4, then 3 was added.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the +3 first: subtract 3 from both sides → x ÷ 4 = 5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Undo the ÷4: multiply both sides by 4 → x = 20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100" b="0" i="0">
                <a:solidFill>
                  <a:srgbClr val="000000"/>
                </a:solidFill>
                <a:latin typeface="Arial"/>
              </a:rPr>
              <a:t>-  Check: 20 ÷ 4 + 3 = 5 + 3 = 8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3x − 2 = 10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÷ 5 + 2 = 6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4x − 7 = 13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x ÷ 2 + 6 = 9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6x − 15 = 9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1277295" cy="20574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28016" bIns="73152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1900" b="0" i="0">
                <a:solidFill>
                  <a:srgbClr val="000000"/>
                </a:solidFill>
                <a:latin typeface="Arial"/>
              </a:rPr>
              <a:t>x ÷ 3 − 4 = -1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2B6B3D"/>
                </a:solidFill>
                <a:latin typeface="Arial"/>
              </a:rPr>
              <a:t>Answer: x =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Which Way Round?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Show each equation. Students say out loud which operation to undo first, then solve on whiteboards.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3x − 2 = 13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Undo −2 first; x =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x ÷ 4 + 5 = 9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Undo +5 first; x =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5x − 9 = 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Undo −9 first; x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x ÷ 3 + 7 = 2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Undo +7 first; x = 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745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6x − 11 = 1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Undo −11 first; x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8460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x ÷ 5 + 1 = -3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Undo +1 first; x = 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81761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7. 4x − 15 = -3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Undo −15 first; x =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4789169"/>
            <a:ext cx="5455767" cy="971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8. x ÷ 2 + 9 = 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Undo +9 first; x = -10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Solve x ÷ 3 + 5 = 9 and check your answer.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Solving Linear Equations — Lower-to-Middle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