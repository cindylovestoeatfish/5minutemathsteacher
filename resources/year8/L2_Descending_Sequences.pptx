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8 x 7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-6 - 4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12 - 3 x 2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Sequence 4, 8, 12, 16 — what is the rule?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+4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If the rule is +4, what comes after 25?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Descending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find the term-to-term rule of a descending sequence.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continue sequences that decrease, including into negative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Descending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Decreasing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Negative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Term-to-term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Running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water tank holds 100 litres and drains at 8 litres per minute: 100, 92, 84, 76 ...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This sequence goes down each time — it is descending.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When do you think the tank will be empty? How could we check?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Find the next two terms: 30, 24, 18, 12,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1: Find the difference. 24 - 30 = -6, so the rule is -6.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2: 12 - 6 = 6.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3: 6 - 6 = 0.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6, 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Find the next two terms: 50, 42, 34, 26,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1: 42 - 50 = ___. Rule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2: 26 - 8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3: ___ - 8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18,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40, 35, 30, 25, ... Find the rule and next 2 terms.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Rule = ____.  25 + rule =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60, 52, 44, 36, ... Find the rule and next 2 terms.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15, 11, 7, 3, ... Find the rule and next 2 terms (careful — they go negative).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8, 3, -2, -7, ... Find the rule and next 2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sequence starts at 45 with rule “-7”. Which term is the first to become negative?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Sequence A starts at 50 with rule -4. Sequence B starts at 2 with rule +4. After how many terms are A and B equal?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Countdown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In pairs, race to find the 10th term of each sequence on your whiteboard — first correct pair wins the 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Start 80, rule -6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10th term =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Start 100, rule -9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10th term =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Start 50, rule -4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10th term =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Start 30, rule -7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10th term = -33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Start 65, rule -5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10th term =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Start 90, rule -8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10th term =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Thumbs up if a sequence with rule -3 will eventually go negative. Thumbs down if not. Explain your thinking to a partner.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