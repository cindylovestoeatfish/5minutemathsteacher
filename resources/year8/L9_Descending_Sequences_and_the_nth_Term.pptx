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RETRIEVAL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Retrieval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Answer on paper or mini-whiteboards. No calculators.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1508760"/>
            <a:ext cx="3139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595959"/>
                </a:solidFill>
                <a:latin typeface="Arial"/>
              </a:rPr>
              <a:t>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1.  6 x 13 =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1965960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79192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2.  -15 + 9 =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679192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-6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92424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3.  (8 - 3) x (4 + 1) =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392424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05656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4.  Find the nth term of 6, 11, 16, 21.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4105656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5n + 1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818888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5.  nth term = 3n + 2. Is 29 in the sequence?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4818888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Yes, n = 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WEEK 3 · LESSON 1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95959"/>
                </a:solidFill>
                <a:latin typeface="Arial"/>
              </a:rPr>
              <a:t>Date: _______________________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000" b="1" i="0">
                <a:solidFill>
                  <a:srgbClr val="000000"/>
                </a:solidFill>
                <a:latin typeface="Arial"/>
              </a:rPr>
              <a:t>Descending Sequences and the nth 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8892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46120"/>
            <a:ext cx="69494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 can find the nth term of a descending (decreasing) linear sequence.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 can use a negative coefficient correctly in the nth term rule.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78892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Key Words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3291840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Descending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3858768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Negative coefficient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4425696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nth term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4992624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Decreasing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Losing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7729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A car worth £20,000 loses £1,500 in value every year: £20,000, £18,500, £17,000 ...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Can we predict its value in 10 years using a rule, just like an increasing sequence?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297680"/>
            <a:ext cx="11277295" cy="13716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Think, pair, share: What do you think the nth term rule will look like for a decreasing sequence?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MODELLING: I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I Do — Teacher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Find the nth term of: 50, 44, 38, 32, 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1127729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Step 1: Common difference = 44 - 50 = -6.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Step 2: Constant = 1st term - difference = 50 - (-6) = 56.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Step 3: nth term = -6n + 56 (or 56 - 6n).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Check: n=1 gives 56-6=50. Correct!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MODELLING: WE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We Do — Guided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Find the nth term of: 90, 81, 72, 63, 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1127729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Difference = 81 - 90 = ___.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Constant = 90 - (-9) = ___.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nth term = ___ - ___n.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Answer: 99 - 9n. Check: n=1 gives 99-9=90. Correct!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INDEPENDENT PRACTICE: YOU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You Do — 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Question 1 is scaffolded to get you started.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Q1  (scaffold)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40, 35, 30, 25, ... Find the nth term.</a:t>
            </a:r>
          </a:p>
          <a:p>
            <a:pPr>
              <a:spcBef>
                <a:spcPts val="600"/>
              </a:spcBef>
            </a:pPr>
            <a:r>
              <a:rPr sz="1600" b="0" i="1">
                <a:solidFill>
                  <a:srgbClr val="595959"/>
                </a:solidFill>
                <a:latin typeface="Arial"/>
              </a:rPr>
              <a:t>Difference = ___. Constant = 40 + 5 = ___. nth term = ___ - ___n.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1874519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Q2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70, 62, 54, 46, ... Find the nth term.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160520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Q3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25, 18, 11, 4, ... Find the nth term.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4160520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Q4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12, 9.5, 7, 4.5, ... Find the nth term (decimals!).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Extension: finish early? Move on to the Challenge slide.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CHALLENGE / EXTENSION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For students who are ready to go further.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11277295" cy="192024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46304" bIns="91440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Challenge 1</a:t>
            </a:r>
          </a:p>
          <a:p>
            <a:pPr>
              <a:spcBef>
                <a:spcPts val="400"/>
              </a:spcBef>
            </a:pPr>
            <a:r>
              <a:rPr sz="2200" b="0" i="0">
                <a:solidFill>
                  <a:srgbClr val="000000"/>
                </a:solidFill>
                <a:latin typeface="Arial"/>
              </a:rPr>
              <a:t>A car bought for £20,000 loses £1,500 a year, following nth term 21500 - 1500n. Find its value after 8 years, and state in which year the value first drops below £10,000.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114800"/>
            <a:ext cx="11277295" cy="192024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46304" bIns="91440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Challenge 2</a:t>
            </a:r>
          </a:p>
          <a:p>
            <a:pPr>
              <a:spcBef>
                <a:spcPts val="400"/>
              </a:spcBef>
            </a:pPr>
            <a:r>
              <a:rPr sz="2200" b="0" i="0">
                <a:solidFill>
                  <a:srgbClr val="000000"/>
                </a:solidFill>
                <a:latin typeface="Arial"/>
              </a:rPr>
              <a:t>A descending sequence has nth term 100 - 4n. Find the first term that becomes negative, and explain what this means for a tank draining at 4 litres per minute from 100 litres.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PLENARY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800" b="1" i="0">
                <a:solidFill>
                  <a:srgbClr val="000000"/>
                </a:solidFill>
                <a:latin typeface="Arial"/>
              </a:rPr>
              <a:t>Value Countdown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95959"/>
                </a:solidFill>
                <a:latin typeface="Arial"/>
              </a:rPr>
              <a:t>Real-life scenarios — find the value at the given term on your whiteboard. Points for speed and accuracy.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745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1. Car starts at £20,000, depreciates £1,500/yr. Value at term 6?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£12,500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699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2. Tank starts at 500L, drains 40L/min. Litres at term 8?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220 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4653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3. Bike starts at £600, depreciates £45/yr. Value at term 5?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£420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18745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4. Phone starts at 100%, drains 6%/hr. Charge at term 10?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46%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31699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5. Pool starts at 2000L, drains 150L/min. Litres at term 12?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350 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44653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6. £20,000 car (rule -1500): which term first drops below £5,000?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Term 12 (£3,500)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897880"/>
            <a:ext cx="11277295" cy="54864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1600" b="1" i="0">
                <a:solidFill>
                  <a:srgbClr val="000000"/>
                </a:solidFill>
                <a:latin typeface="Arial"/>
              </a:rPr>
              <a:t>Exit check: Write the nth term for a sequence starting at 80 with rule -5, then check it against the 4th term.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