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6 x 13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-15 + 9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(8 - 3) x (4 + 1)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Find the nth term of 6, 11, 16, 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5n 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nth term = 3n + 2. Is 29 in the sequence?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Yes, n =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3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Descending Sequences and the nth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nth term of a descending (decreasing) linear sequence.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use a negative coefficient correctly in the nth term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Descending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Negative coefficient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nth term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Decreasing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Losing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car worth £20,000 loses £1,500 in value every year: £20,000, £18,500, £17,000 ...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Can we predict its value in 10 years using a rule, just like an increasing sequence?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do you think the nth term rule will look like for a decreasing sequence?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nth term of: 50, 44, 38, 32,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1: Common difference = 44 - 50 = -6.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2: Constant = 1st term - difference = 50 - (-6) = 56.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3: nth term = -6n + 56 (or 56 - 6n).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Check: n=1 gives 56-6=50. Correct!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nth term of: 90, 81, 72, 63,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Difference = 81 - 90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Constant = 90 - (-9)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nth term = ___ - ___n.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99 - 9n. Check: n=1 gives 99-9=90. Correct!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40, 35, 30, 25, ... Find the nth term.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Difference = ___. Constant = 40 + 5 = ___. nth term = ___ - ___n.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70, 62, 54, 46, ... Find the nth term.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25, 18, 11, 4, ... Find the nth term.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12, 9.5, 7, 4.5, ... Find the nth term (decimals!).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car bought for £20,000 loses £1,500 a year, following nth term 21500 - 1500n. Find its value after 8 years, and state in which year the value first drops below £10,000.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descending sequence has nth term 100 - 4n. Find the first term that becomes negative, and explain what this means for a tank draining at 4 litres per minute from 100 litres.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Value Countdown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Mini quiz: the teacher gives real-life depreciation or draining scenarios.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Find the nth term and answer the question on your whiteboard — points for speed and accuracy.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Final bonus round: “when does it run out?”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Write the nth term for a sequence starting at 80 with rule -5, then check it against the 4th term.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