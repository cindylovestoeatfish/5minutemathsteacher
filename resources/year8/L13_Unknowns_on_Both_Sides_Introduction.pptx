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4(x + 2) =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-5x + 3 =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Solve: 2x + 7 =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Simplify: 5x − 2x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Simplify: 7x − 7x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4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Unknowns on Both Sides —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Understand that x can appear on both sides of an equation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Collect x terms onto one side using inverse operations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simple equations with unknowns on both sides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Unknowns on both sides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Collect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Inverse 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Equal on Both Sides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So far, x has only appeared on one side of the equation. But sometimes x appears on BOTH sides, like 5x + 2 = 3x + 8.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goal is still the same: get all the x's on one side, and all the numbers on the other.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We do this by adding or subtracting an x-term from both sides, just like we did with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In 5x + 2 = 3x + 8, what could we subtract from both sides to remove the x's from the right?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5x + 2 = 3x + 8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There are x's on both sides. Choose to remove the smaller x-term (3x) by subtracting it from both sides.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5x + 2 − 3x = 3x + 8 − 3x → 2x + 2 = 8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Now solve normally: subtract 2 from both sides → 2x = 6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2 → x =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left side 5×3+2=17, right side 3×3+8=17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6x + 1 = 2x + 13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2x from both sides to remove x from the right: 6x + 1 − 2x = 2x + 13 − 2x → 4x + 1 = 13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Subtract 1 from both sides: 4x = 12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Divide both sides by 4: x =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left side 6×3+1=19, right side 2×3+13=19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4x + 3 = 2x + 9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7x + 2 = 3x + 18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5x + 6 = x + 14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3x + 10 = x + 16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8x + 1 = 3x + 26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6x + 5 = 2x − 3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Collect the X's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Card set with x on both sides. In pairs, physically cross out matching x's from each side, then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4x + 3 = 2x + 11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7x + 1 = 3x + 21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6x + 2 = x + 17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3x + 8 = x + 2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5x + 4 = 3x + 16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8x + 1 = 2x + 25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4x + 9 = x + 3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6x + 5 = 2x − 3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x = 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5x + 4 = 2x + 13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