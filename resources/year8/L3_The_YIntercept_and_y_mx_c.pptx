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6 x 7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-5 + 8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(9 - 4) x 3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Find the gradient between (0, 3) and (2, 9).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If y = 2x - 1, find y when x =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The Y-Intercept and y = mx +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identify the gradient and y-intercept from an equation y = mx + c.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read the gradient and y-intercept directly from a 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Y-intercept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y = mx +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Origin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The Fixed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taxi charges a £3 fixed fee plus £2 per mile travelled.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On a graph of cost vs distance, that fixed fee shows up as the y-intercept — where the line crosses the y-axis.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do you think the gradient would represent in the taxi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For y = 3x + 2, state the gradient and y-intercept.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Compare to y = mx + c. Here m = 3 and c = 2.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Gradient = 3 (the number multiplying x).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Y-intercept = 2 (the constant, where the line crosses the y-axis at (0, 2)).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gradient = 3, y-intercept = 2.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3040378"/>
            <a:ext cx="3977639" cy="11932916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806939" y="288035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2387" y="267004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y-intercept (0, 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For y = -2x + 5, state the gradient and y-intercept.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Compare to y = mx + c. Here m = ___ and c =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Gradient = ___ (line slopes downward).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Y-intercept = ___ (crosses at (0, ___)).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gradient = -2, y-intercept = 5.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863840" y="-2045969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806939" y="188594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2387" y="167563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y-intercept (0, 5)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State the gradient and y-intercept of y = 4x - 3.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= 4, y-intercept = 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State the gradient and y-intercept of y = -x + 6.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= -1, y-intercept =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State the gradient and y-intercept of y = 0.5x + 1.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Gradient = 0.5, y-intercept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A line has gradient 2 and passes through (0, -4). Write its equation.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y = 2x - 4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A line crosses the y-axis at (0, 7) and has gradient -3. Write its equation, then find y when x = 4.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y = -3x + 7. At x = 4: y = -12 + 7 = -5.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Lines y = 2x + 5 and y = 2x - 1: without drawing them, explain what is the same and what is different.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Same gradient (2), so equally steep and parallel. Different y-intercepts (5 and -1), so they cross the y-axis at different points and never meet.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Spot the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The teacher shows an equation in the form y = mx + c.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Race to write the gradient and y-intercept on your whiteboard — first correct answer scores a point.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Difficulty increases each round: negative gradients, then decimals.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State the gradient and y-intercept of y = -0.5x - 2.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