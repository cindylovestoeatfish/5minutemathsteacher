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12 x 12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144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-8 - (-3)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5 x (9 - 4) + 1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nth term = 4n + 5. Is 41 in the sequence?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Yes, n =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Find the nth term of 3, 8, 13, 18.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5n - 2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2 · LESSON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000000"/>
                </a:solidFill>
                <a:latin typeface="Arial"/>
              </a:rPr>
              <a:t>Term-to-Term vs nth 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choose between term-to-term and nth term methods to solve sequence problems.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solve multi-step problems involving sequences.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Term-to-term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nth term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Method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Efficient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Which Method Wins?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Which is faster: counting term-by-term to find the 50th term, or using the nth term rule?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Today you decide which method fits each problem.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When would you choose term-to-term over the nth term, or the other way round?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Sequence 7, 11, 15, 19, ... Find the 25th term.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Term-to-term rule: +4. Counting to the 25th term would take a while.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Faster method: find the nth term. Difference=4, constant=7-4=3, so nth term = 4n + 3.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Substitute n=25: 4(25)+3 = 103.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Answer: 103 — the nth term was much faster.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Sequence 2, 9, 16, 23, ... Find the 40th term.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Term-to-term rule =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nth term: difference=7, constant=2-7=___, so nth term = ___n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Substitute n=40: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Answer: nth term = 7n - 5. 40th term = 275.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Question 1 is scaffolded to get you started.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Q1  (scaffold)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5, 12, 19, 26, ... Find the rule, the nth term, and the 15th term.</a:t>
            </a:r>
          </a:p>
          <a:p>
            <a:pPr>
              <a:spcBef>
                <a:spcPts val="600"/>
              </a:spcBef>
            </a:pPr>
            <a:r>
              <a:rPr sz="1600" b="0" i="1">
                <a:solidFill>
                  <a:srgbClr val="595959"/>
                </a:solidFill>
                <a:latin typeface="Arial"/>
              </a:rPr>
              <a:t>Rule = ___. nth term = ___n + ___. 15th term = 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100, 94, 88, 82, ... Find the rule, the nth term, and the 12th term.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A sequence has 1st term 9 and 20th term 85. Find the common difference and the nth term.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The 3rd term of a sequence is 17 and the 7th term is 37. Find the nth term rule.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A theatre's rows follow the rule 2n + 18 for seats in row n, for 20 rows. Find the total number of seats in the theatre.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A sequence has nth term An + B. The sum of the 1st and 2nd terms is 18, and the 4th term is 19. Find A and 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Sequence Showdown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Teams compete! Each team gets a mixed sequence problem on the board.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First team to solve it correctly on mini-whiteboards AND explain their method wins the round.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3 rounds mixing term-to-term and nth term skills — which team tops the leaderboard?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937760"/>
            <a:ext cx="11277295" cy="109728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2200" b="1" i="0">
                <a:solidFill>
                  <a:srgbClr val="000000"/>
                </a:solidFill>
                <a:latin typeface="Arial"/>
              </a:rPr>
              <a:t>Exit check: Which method would you use to find the 200th term of a sequence, and why?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