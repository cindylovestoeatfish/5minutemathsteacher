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1.  12 x 12 =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144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2.  -8 - (-3) 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-5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3.  5 x (9 - 4) + 1 =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4.  nth term = 4n + 5. Is 41 in the sequence?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Yes, n = 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5.  Find the nth term of 3, 8, 13, 18.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0" i="0">
                <a:solidFill>
                  <a:srgbClr val="595959"/>
                </a:solidFill>
                <a:latin typeface="Arial"/>
              </a:rPr>
              <a:t>5n - 2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WEEK 2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4000" b="1" i="0">
                <a:solidFill>
                  <a:srgbClr val="000000"/>
                </a:solidFill>
                <a:latin typeface="Arial"/>
              </a:rPr>
              <a:t>Term-to-Term vs nth Term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choose between term-to-term and nth term methods to solve sequence problems.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I can solve multi-step problems involving sequences.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Term-to-term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858768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nth term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425696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Method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992624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8288" bIns="18288"/>
          <a:lstStyle/>
          <a:p>
            <a:pPr algn="ctr"/>
            <a:r>
              <a:rPr sz="1500" b="1" i="0">
                <a:solidFill>
                  <a:srgbClr val="000000"/>
                </a:solidFill>
                <a:latin typeface="Arial"/>
              </a:rPr>
              <a:t>Efficient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Which Method Wins?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91640"/>
            <a:ext cx="11277295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Which is faster: counting term-by-term to find the 50th term, or using the nth term rule?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Today you decide which method fits each problem.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4297680"/>
            <a:ext cx="11277295" cy="13716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l"/>
            <a:r>
              <a:rPr sz="2200" b="1" i="0">
                <a:solidFill>
                  <a:srgbClr val="000000"/>
                </a:solidFill>
                <a:latin typeface="Arial"/>
              </a:rPr>
              <a:t>Think, pair, share: When would you choose term-to-term over the nth term, or the other way round?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Sequence 7, 11, 15, 19, ... Find the 25th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Term-to-term rule: +4. Counting to the 25th term would take a while.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Faster method: find the nth term. Difference=4, constant=7-4=3, so nth term = 4n + 3.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n=25: 4(25)+3 = 103.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103 — the nth term was much faster.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400" b="1" i="0">
                <a:solidFill>
                  <a:srgbClr val="000000"/>
                </a:solidFill>
                <a:latin typeface="Arial"/>
              </a:rPr>
              <a:t>Sequence 2, 9, 16, 23, ... Find the 40th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1127729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Term-to-term rule =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nth term: difference=7, constant=2-7=___, so nth term = ___n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Substitute n=40: ___.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2200" b="0" i="0">
                <a:solidFill>
                  <a:srgbClr val="000000"/>
                </a:solidFill>
                <a:latin typeface="Arial"/>
              </a:rPr>
              <a:t>-  Answer: nth term = 7n - 5. 40th term = 275.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Question 1 is scaffolded to get you started.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Q1  (scaffold)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5, 12, 19, 26, ... Find the rule, the nth term, and the 15th term.</a:t>
            </a:r>
          </a:p>
          <a:p>
            <a:pPr>
              <a:spcBef>
                <a:spcPts val="600"/>
              </a:spcBef>
            </a:pPr>
            <a:r>
              <a:rPr sz="1600" b="0" i="1">
                <a:solidFill>
                  <a:srgbClr val="595959"/>
                </a:solidFill>
                <a:latin typeface="Arial"/>
              </a:rPr>
              <a:t>Rule = ___. nth term = ___n + ___. 15th term = ___.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78727" y="1874519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Q2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100, 94, 88, 82, ... Find the rule, the nth term, and the 12th term.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Q3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A sequence has 1st term 9 and 20th term 85. Find the common difference and the nth term.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8727" y="4160520"/>
            <a:ext cx="5455767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28016" bIns="91440"/>
          <a:lstStyle/>
          <a:p>
            <a:pPr algn="ctr"/>
            <a:r>
              <a:rPr sz="1600" b="1" i="0">
                <a:solidFill>
                  <a:srgbClr val="595959"/>
                </a:solidFill>
                <a:latin typeface="Arial"/>
              </a:rPr>
              <a:t>Q4</a:t>
            </a:r>
          </a:p>
          <a:p>
            <a:pPr>
              <a:spcBef>
                <a:spcPts val="400"/>
              </a:spcBef>
            </a:pPr>
            <a:r>
              <a:rPr sz="2000" b="1" i="0">
                <a:solidFill>
                  <a:srgbClr val="000000"/>
                </a:solidFill>
                <a:latin typeface="Arial"/>
              </a:rPr>
              <a:t>The 3rd term of a sequence is 17 and the 7th term is 37. Find the nth term rule.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600" b="0" i="1">
                <a:solidFill>
                  <a:srgbClr val="595959"/>
                </a:solidFill>
                <a:latin typeface="Arial"/>
              </a:rPr>
              <a:t>For students who are ready to go further.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6596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theatre's rows follow the rule 2n + 18 for seats in row n, for 20 rows. Find the total number of seats in the theatre.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4114800"/>
            <a:ext cx="11277295" cy="19202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rIns="256032" tIns="146304" bIns="91440"/>
          <a:lstStyle/>
          <a:p>
            <a:pPr algn="ctr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  <a:p>
            <a:pPr>
              <a:spcBef>
                <a:spcPts val="400"/>
              </a:spcBef>
            </a:pPr>
            <a:r>
              <a:rPr sz="2200" b="0" i="0">
                <a:solidFill>
                  <a:srgbClr val="000000"/>
                </a:solidFill>
                <a:latin typeface="Arial"/>
              </a:rPr>
              <a:t>A sequence has nth term An + B. The sum of the 1st and 2nd terms is 18, and the 4th term is 19. Find A and B.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595959"/>
                </a:solidFill>
                <a:latin typeface="Arial"/>
              </a:rPr>
              <a:t>Y8 SEQUENCES · L8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800" b="1" i="0">
                <a:solidFill>
                  <a:srgbClr val="000000"/>
                </a:solidFill>
                <a:latin typeface="Arial"/>
              </a:rPr>
              <a:t>Sequence Showdown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95959"/>
                </a:solidFill>
                <a:latin typeface="Arial"/>
              </a:rPr>
              <a:t>Teams compete — first to solve each problem on whiteboards AND explain their method wins the round.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1. Find next 2 terms: 6, 11, 16, 21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26, 31 (rule +5)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2. Find nth term: 3, 9, 15, 21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6n − 3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3. Find next 2 terms: 40, 33, 26, 19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12, 5 (rule -7)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18745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4. Find nth term: 8, 13, 18, 23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5n + 3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78727" y="31699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5. nth term 4n + 1: find the 15th term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61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78727" y="4465319"/>
            <a:ext cx="5455767" cy="1295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6. Find next 2 terms: 2, 6, 18, 54 (hint: not arithmetic!)   </a:t>
            </a:r>
            <a:r>
              <a:rPr sz="1500" b="1" i="0">
                <a:solidFill>
                  <a:srgbClr val="2B6B3D"/>
                </a:solidFill>
                <a:latin typeface="Arial"/>
              </a:rPr>
              <a:t>162, 486 (rule ×3)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5897880"/>
            <a:ext cx="11277295" cy="54864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600" b="1" i="0">
                <a:solidFill>
                  <a:srgbClr val="000000"/>
                </a:solidFill>
                <a:latin typeface="Arial"/>
              </a:rPr>
              <a:t>Exit check: Which method would you use to find the 200th term of a sequence, and why?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100" b="0" i="0">
                <a:solidFill>
                  <a:srgbClr val="595959"/>
                </a:solidFill>
                <a:latin typeface="Arial"/>
              </a:rPr>
              <a:t>Y8 Sequences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