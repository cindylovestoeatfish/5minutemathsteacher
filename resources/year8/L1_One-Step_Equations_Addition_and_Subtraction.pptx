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15 + 8 =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20 - 7 =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-3 + 5 =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12 - (-4) =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Missing number: 9 + ? =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1 · LESSON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One-Step Equations: Addition and Subtraction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Understand what an equation and an unknown are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Solve one-step equations involving addition and subtraction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Check a solution by substituting it back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Equation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Unknown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Inverse operation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Balance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559552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Substitute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The Mystery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In maths, we often don't know a number straight away — we call it the unknown, and we usually write it as x.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An equation is like a balanced set of scales: whatever we do to one side, we must do to the other to keep it balanced.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Today we'll solve equations where x has had a number added or subtracted.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If x + 4 = 9, what do you think x is? How did you work it out?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x + 6 =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We want to get x on its own — 6 is being added to x.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The inverse (opposite) of + 6 is − 6.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Subtract 6 from BOTH sides to keep the equation balanced: x + 6 − 6 = 11 − 6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This gives x = 5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substitute x = 5 back in → 5 + 6 = 11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x − 8 =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8 is being subtracted from x, so the inverse is + 8.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Add 8 to both sides: x − 8 + 8 = 3 + 8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x = 11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11 − 8 = 3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x + 5 = 12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x − 6 = 9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x + 10 = 4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x − 3 = -7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x + 17 = 8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15 = x − 9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Balance Bingo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Students write 4 of the grid numbers below in a 2x2 grid. Read out the call list one at a time — cross off matching answers; first to clear the grid shouts 'Balanced!'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1847087"/>
            <a:ext cx="960120" cy="38404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847087"/>
            <a:ext cx="960120" cy="38404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-7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847087"/>
            <a:ext cx="960120" cy="38404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847087"/>
            <a:ext cx="960120" cy="38404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-6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39"/>
            <a:ext cx="5455767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x + 7 = 13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23259"/>
            <a:ext cx="5455767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x − 9 = 2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69079"/>
            <a:ext cx="5455767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x + 4 = -3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14899"/>
            <a:ext cx="5455767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x − 5 = -8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377439"/>
            <a:ext cx="5455767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x + 15 = 9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3223259"/>
            <a:ext cx="5455767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x − 2 = 10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4069079"/>
            <a:ext cx="5455767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7. x + 3 = -9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4914899"/>
            <a:ext cx="5455767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8. x − 14 = 0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Solve x + 9 = 2 and check your answer by substituting back 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