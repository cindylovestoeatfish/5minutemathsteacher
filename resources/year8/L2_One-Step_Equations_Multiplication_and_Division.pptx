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Solve: x + 7 =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Solve: x − 5 = 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6 × 7 =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36 ÷ 4 =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-20 ÷ 5 =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1 · LESSON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One-Step Equations: Multiplication and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 one-step equations involving multiplication and division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Use inverse operations (× and ÷) to find the unknown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Check solutions by substitution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Coefficient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Inverse operation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Multiply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Divide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559552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Substitute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Sharing Pizza Slices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A pizza is cut into equal slices. If 5 people share it equally and each gets 6 slices, how many slices were there in total?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This is really the equation x ÷ 5 = 6 — we need to find the total, x.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Today we solve equations where x has been multiplied or divided by a number.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If 3x = 12, what do you think x is? How could you check?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4x =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4x means 4 × x — the inverse of ×4 is ÷4.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Divide both sides by 4: 4x ÷ 4 = 20 ÷ 4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x = 5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4 × 5 = 20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x ÷ 3 =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x is being divided by 3, so the inverse is ×3.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Multiply both sides by 3: x ÷ 3 × 3 = 7 × 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x = 21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21 ÷ 3 = 7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5x = 35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x ÷ 4 = 6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3x = -18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x ÷ 5 = -2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8x = -32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x ÷ 6 = -5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Inverse Operation 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Card set — in pairs, sort each card into 'Divide to undo' or 'Multiply to undo', then solve for 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5x = 45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Divide; x =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x ÷ 6 = 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Multiply; x =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8x = -32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Divide; x = 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x ÷ 3 = -7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Multiply; x = -21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9x = 81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Divide; x =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x ÷ 5 = 8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Multiply; x = 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7x = -63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Divide; x = -9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x ÷ 4 = -6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Multiply; x = -24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Solve 9x = 45 and check your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