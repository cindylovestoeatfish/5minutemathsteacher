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90 ÷ 9 =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8 × 5 =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Convert 1/4 to a percentage.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Convert 0.2 to a percentage.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Convert 65% to a fraction in simplest 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13/20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1 · LESSON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Finding Percentages Without a Calculator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Find 10%, 5% and 1% of an amount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Build up other percentages from 10%, 5% and 1%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Apply this method to money amounts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Building block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10% method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Non-calculator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Amount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Percentage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Splitting the Bill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Percentages are often needed quickly — working out a tip, a discount, or a deposit.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Without a calculator, the fastest method is to build percentages from 10%, 5% and 1%.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Once you know 10% of an amount, every other percentage can be built from it.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If you know 10% of a bill, how could you work out 5% without dividing again?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Find 15% of £80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Find 10%: 80 ÷ 10 = 8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Find 5% (half of 10%): 8 ÷ 2 = 4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15% = 10% + 5% = 8 + 4 = 12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15% of £80 = £12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Find 35% of £60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Find 10%: 60 ÷ 10 = 6, so 30% = 6 × 3 = 18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Find 5% (half of 10%): 6 ÷ 2 = 3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35% = 30% + 5% = 18 + 3 =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Find 10% of £120.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Find 20% of £50.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Find 15% of £40.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Find 45% of £80.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Find 17.5% of £240 (VAT rate) using 10%, 5% and 2.5%.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4575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0075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0075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Find 22.5% of £160.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3583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Percentage Builder 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Teams race to build each percentage from 10%/5%/1% blocks. Read out each call; first team to shout the correct answer scores a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10% of £90?   </a:t>
            </a:r>
            <a:r>
              <a:rPr sz="1500" b="1">
                <a:solidFill>
                  <a:srgbClr val="2B6B3D"/>
                </a:solidFill>
                <a:latin typeface="Arial"/>
              </a:rPr>
              <a:t>£9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5% of £140?   </a:t>
            </a:r>
            <a:r>
              <a:rPr sz="1500" b="1">
                <a:solidFill>
                  <a:srgbClr val="2B6B3D"/>
                </a:solidFill>
                <a:latin typeface="Arial"/>
              </a:rPr>
              <a:t>£7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20% of £65?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15% of £200?   </a:t>
            </a:r>
            <a:r>
              <a:rPr sz="1500" b="1">
                <a:solidFill>
                  <a:srgbClr val="2B6B3D"/>
                </a:solidFill>
                <a:latin typeface="Arial"/>
              </a:rPr>
              <a:t>£30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1% of £300?   </a:t>
            </a:r>
            <a:r>
              <a:rPr sz="1500" b="1">
                <a:solidFill>
                  <a:srgbClr val="2B6B3D"/>
                </a:solidFill>
                <a:latin typeface="Arial"/>
              </a:rPr>
              <a:t>£3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25% of £48?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30% of £70?   </a:t>
            </a:r>
            <a:r>
              <a:rPr sz="1500" b="1">
                <a:solidFill>
                  <a:srgbClr val="2B6B3D"/>
                </a:solidFill>
                <a:latin typeface="Arial"/>
              </a:rPr>
              <a:t>£21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45% of £20?   </a:t>
            </a:r>
            <a:r>
              <a:rPr sz="1500" b="1">
                <a:solidFill>
                  <a:srgbClr val="2B6B3D"/>
                </a:solidFill>
                <a:latin typeface="Arial"/>
              </a:rPr>
              <a:t>£9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Find 55% of £40 using the building block method.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