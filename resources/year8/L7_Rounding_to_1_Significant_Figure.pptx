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1 Significant Figure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any number to 1 significant figure (1 s.f.)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5.347 to 2 d.p.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15.997 to 2 d.p.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the first non-zero digit in  0.0034?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 the number 0.0034, which digit is significant?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6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1.  5.35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2.  16.00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3 and 4  (the zeros before them are just placeholders)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figure (s.f.)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significant figure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Non-zero digit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zero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Find the FIRST SIGNIFICANT FIGURE — the first non-zero digit reading left to right.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Look at the digit immediately to its right.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that digit is 0–4  →  stay the same  (keep first sig fig, replace all others with zeros)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07208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that digit is 5–9  →  round UP    (increase first sig fig by 1, replace rest with zeros)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392424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392424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Zeros used only as placeholders (like in 4,000 or 0.007) are NOT significant figures.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4,382 to 1 significant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4,382 to 1 significant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First significant figure → 4  (in the thousands place)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Digit to its right →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3 &lt; 5, so we STAYS THE SAME  →  keep 4, replace 382 with zeros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4,382  rounded to 1 s.f.  =  4,000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0.0347 to 1 significant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0.0347 to 1 significant figure.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First significant figure → 3  (zeros before 3 are placeholders, not sig figs)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Digit to its right → 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4 &lt; 5, so we STAYS THE SAME  →  keep 0.03, drop the 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0.0347  rounded to 1 s.f.  =  0.03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73 to 1 s.f.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456 to 1 s.f.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0.082 to 1 s.f.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3,750 to 1 s.f.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73 to 1 s.f.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70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456 to 1 s.f.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500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0.082 to 1 s.f.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0.08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3,750 to 1 s.f.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4,000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In 2023 the UK population was 67,430,000. A sample has mass 0.00634 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67,430,000 to 1 s.f.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0.00634 g to 1 s.f.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0.00456 to 1 significant figure.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In 2023 the UK population was 67,430,000. A sample has mass 0.00634 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67,430,000  →  70,000,000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0.00634 g  →  0.006 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0.00456  →  0.005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3,750 to 1 s.f.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number rounds to 600 to 1 s.f.  What is the smallest whole number it could be?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 ·  Rounding to 1 Significant Figure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1.  4,000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2.  550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2026-06-29T19:16:59Z</dcterms:created>
  <dcterms:modified xsi:type="dcterms:W3CDTF">2026-06-29T19:16:59Z</dcterms:modified>
</cp:coreProperties>
</file>