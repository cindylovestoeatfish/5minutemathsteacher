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—  Rounding &amp; Estimation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Rounding to the Nearest 10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Learning Objective:  I can round any number to the nearest 10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Today's Lesson:  Starter  →  Key Words  →  The Rule  →  I Do  →  You Do  →  Challenge  →  Exit Ticket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Starter — Warm 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the value of the digit 4 in the number 347?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Which number is halfway between 40 and 50?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Put these in order, smallest first:   74,  47,  77,  44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is 30 + 7?   What is 50 − 3?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Starter — Warm Up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40  (tens column)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2.  45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3.  44,  47,  74,  77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37   and   47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Key Words for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/ Rounding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4800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372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1312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884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digit (ones)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digit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4800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372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312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884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The Rule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Look at the UNITS digit (ones column) — the digit immediately right of the tens column.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746504"/>
            <a:ext cx="8778240" cy="512064"/>
          </a:xfrm>
          <a:prstGeom prst="rect">
            <a:avLst/>
          </a:prstGeom>
          <a:solidFill>
            <a:srgbClr val="DD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If the units digit is 0, 1, 2, 3 or 4  →  stay the same  (keep tens digit, change units to 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276856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If the units digit is 5, 6, 7, 8 or 9  →  round UP    (add 1 to tens digit, change units to 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2862072"/>
            <a:ext cx="8778240" cy="47548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620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Tip: If the units digit is exactly 5, always round UP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  Visualising on a Number 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73152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389888"/>
            <a:ext cx="0" cy="237744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389888"/>
            <a:ext cx="0" cy="237744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1600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0" cy="1828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6002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90088" y="1271016"/>
            <a:ext cx="237744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011680"/>
            <a:ext cx="-219456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→ 40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16168" y="1271016"/>
            <a:ext cx="237744" cy="23774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011680"/>
            <a:ext cx="219456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→ 50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331720"/>
            <a:ext cx="3840480" cy="384048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&lt; 45 → stays the same → 40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331720"/>
            <a:ext cx="3840480" cy="384048"/>
          </a:xfrm>
          <a:prstGeom prst="rect">
            <a:avLst/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≥ 45 → round UP to 50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" y="2834640"/>
            <a:ext cx="8778240" cy="36576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Where does 43 land? Where does 47 land? What about 45?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47 to the nearest 10.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47 to the nearest 10.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Find the tens digit → 4  |  units digit →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7 ≥ 5, so we ROUND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Tens digit 4 increases to 5  →  units digit becomes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47  rounded to the nearest 10  =  50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134 to the nearest 10.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134 to the nearest 10.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Find the tens digit → 3  |  units digit →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4 &lt; 5, so we STAYS THE SAME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Tens digit stays as 3  →  units digit becomes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134  rounded to the nearest 10  =  130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 (Try these on your own)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23 to the nearest 10.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94767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4767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78 to the nearest 10.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" y="267919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7919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245 to the nearest 10.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341071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1071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3,851 to the nearest 10.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23 to the nearest 10.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21615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2161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20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" y="194767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476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78 to the nearest 10.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94767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80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" y="267919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7919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245 to the nearest 10.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0" y="267919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6791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250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82880" y="341071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10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3,851 to the nearest 10.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0" y="341071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4107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3,850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 school fundraiser raised £347 and a local shop counted 2,356 items in stock.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Round £347 to the nearest £10.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Round 2,356 to the nearest 10.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GCSE style:  Write 3,847 to the nearest 10.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 school fundraiser raised £347 and a local shop counted 2,356 items in stock.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£347  →  £350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2,356  →  2,360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3,847  →  3,850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465 to the nearest 10.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number rounds to 80 to the nearest 10.  Write TWO possible values it could be.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33284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answers. Be ready to share with the class. ✏️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 ·  Rounding to the Nearest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1.  470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Any two from: 75, 76, 77, 78, 79, 80, 81, 82, 83, 84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2026-06-29T19:16:58Z</dcterms:created>
  <dcterms:modified xsi:type="dcterms:W3CDTF">2026-06-29T19:16:58Z</dcterms:modified>
</cp:coreProperties>
</file>