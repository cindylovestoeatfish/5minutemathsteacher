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Simplify 32:40.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4:5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Share £96 in the ratio 3:5.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£36 and £60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7 notebooks cost £16.10. Find the cost of 4 notebooks.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£9.20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6 workers take 8 hours. How long would 4 workers take?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12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A ratio of boys:girls is 4:5. What percentage are girls?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55.6% (approx.)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5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Consolidation and Review (Weeks 4–5)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Apply ratio and proportion skills to mixed problems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Distinguish direct proportion situations from inverse proportion situations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Select and justify the correct method for a given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Ratio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Direct proportion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Inverse proportion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Direct or Inverse?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biggest challenge with proportion problems is telling direct and inverse apart.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Ask: if one quantity increases, does the other increase too (direct) or decrease (inverse)?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This lesson mixes ratio and both types of proportion from the last two weeks.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More people sharing a pizza fairly — is the amount each person gets in direct or inverse proportion to the number of people?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recipe for 4 people needs 300g of rice. How much rice for 10 people? (direct proportion)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Rice per person: 300 ÷ 4 = 75g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Rice for 10 people: 75 × 10 = 750g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Share £96 in the ratio 3:5. Then: 5 identical machines complete a job in 8 hours — how long for 10 machines? (inverse proportion)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4440"/>
            <a:ext cx="11277295" cy="343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Ratio: total parts = 8, 1 part = 96 ÷ 8 = 12; shares = £36 and £60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Machines: 5 × 8 = 40 (constant); 40 ÷ 10 = 4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Simplify the ratio 24:36.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2:3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Share 45 in the ratio 1:2.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15 and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6 pens cost £4.50. Find the cost of 10 pens (direct proportion).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£7.50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3 painters take 12 hours. Find the time for 4 painters (inverse proportion).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9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recipe for 6 people needs 450g of pasta and takes 4 chefs 30 minutes to prepare. Find the pasta needed for 8 people, and the time for 6 chefs.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600g pasta; 20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Share £360 in the ratio 2:3:4, then find what percentage of the total the largest share represents.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73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£80, £120, £160; largest share is 44.4%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Ratio and Proportion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Mixed relay covering weeks 4–5. Read each question; students state 'ratio', 'direct' or 'inverse' before solving.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Share £60 in ratio 1:2?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£20 and £40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5kg costs £8, find cost of 8kg?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£12.80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4 workers, 6 hrs; find hrs for 8 workers?   </a:t>
            </a:r>
            <a:r>
              <a:rPr sz="1500" b="1">
                <a:solidFill>
                  <a:srgbClr val="2B6B3D"/>
                </a:solidFill>
                <a:latin typeface="Arial"/>
              </a:rPr>
              <a:t>3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Simplify 45:60?   </a:t>
            </a:r>
            <a:r>
              <a:rPr sz="1500" b="1">
                <a:solidFill>
                  <a:srgbClr val="2B6B3D"/>
                </a:solidFill>
                <a:latin typeface="Arial"/>
              </a:rPr>
              <a:t>3:4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3 tickets cost £21, find cost of 5?   </a:t>
            </a:r>
            <a:r>
              <a:rPr sz="1500" b="1">
                <a:solidFill>
                  <a:srgbClr val="2B6B3D"/>
                </a:solidFill>
                <a:latin typeface="Arial"/>
              </a:rPr>
              <a:t>£35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6 pumps, 4 hrs; find hrs for 3 pumps?   </a:t>
            </a:r>
            <a:r>
              <a:rPr sz="1500" b="1">
                <a:solidFill>
                  <a:srgbClr val="2B6B3D"/>
                </a:solidFill>
                <a:latin typeface="Arial"/>
              </a:rPr>
              <a:t>8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Share 80 in ratio 3:5?   </a:t>
            </a:r>
            <a:r>
              <a:rPr sz="1500" b="1">
                <a:solidFill>
                  <a:srgbClr val="2B6B3D"/>
                </a:solidFill>
                <a:latin typeface="Arial"/>
              </a:rPr>
              <a:t>30 and 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9 people, 8 days; find days for 6 people?   </a:t>
            </a:r>
            <a:r>
              <a:rPr sz="1500" b="1">
                <a:solidFill>
                  <a:srgbClr val="2B6B3D"/>
                </a:solidFill>
                <a:latin typeface="Arial"/>
              </a:rPr>
              <a:t>12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Explain, in your own words, the difference between direct and inverse proportion.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