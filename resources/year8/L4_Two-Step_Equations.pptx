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x + 6 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5x = -40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x ÷ 4 =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3 × 4 + 2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20 − 3 × 5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Two-Step Equations (ax + b =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Understand that two-step equations need two inverse operations, in the correct order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equations of the form ax + b = 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Use the 'socks and shoes' idea to undo operations in reverse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Two-step equation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Order of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Undo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Socks and Shoes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In the morning, you put socks on, then shoes on. To undo this, you take shoes off first, then socks.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Two-step equations work the same way — when solving, we undo operations in reverse order to how they were applied.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In 3x + 2, x was first multiplied by 3, then 2 was added — so to solve, we undo the +2 first, then the ×3.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In the equation 2x + 5 = 11, which happened to x first: the ×2 or the +5? Which should we undo first?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3x + 2 =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Two things have happened to x: it was multiplied by 3, then 2 was added.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in reverse (socks and shoes): undo the +2 first. Subtract 2 from both sides → 3x = 9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Now undo the ×3. Divide both sides by 3: 3x ÷ 3 = 9 ÷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3 × 3 + 2 = 9 + 2 = 11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4x + 5 =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First undo the +5: subtract 5 from both sides → 4x = 12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Then undo the ×4: divide both sides by 4 →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4 × 3 + 5 = 12 + 5 = 17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2x + 3 =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5x + 4 = 24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+ 7 = 13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6x + 1 = 19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8x + 5 = 45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7x + 12 = 5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Balance Bingo: Two-Step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Students write 4 of the grid numbers below in a 2x2 grid. Read out the call list — cross off matching answers; first to clear the grid wins (and must explain one solution).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2x + 5 =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325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3x + 4 = 19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5x + 2 = -8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489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4x + 7 =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37743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6x + 3 = 21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22325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7x + 10 = 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06907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2x + 11 =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91489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3x + 8 = -1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4x + 3 = 15 and check your answer by substituting back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