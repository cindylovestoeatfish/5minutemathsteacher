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4  —  Rounding &amp; Estimation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438912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Rounding to the Nearest Integer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5448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Learning Objective:  I can round a decimal number to the nearest whole number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74320" y="24231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Today's Lesson:  Starter  →  Key Words  →  The Rule  →  I Do  →  You Do  →  Challenge  →  Exit Ticket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4  ·  Rounding to the Nearest Integer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0069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 Starter — Review Lesson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34440"/>
            <a:ext cx="8778240" cy="594360"/>
          </a:xfrm>
          <a:prstGeom prst="rect">
            <a:avLst/>
          </a:prstGeom>
          <a:solidFill>
            <a:srgbClr val="E0F2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Round 7,501 to the nearest 1,000.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" y="1856232"/>
            <a:ext cx="87782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Round 45,600 to the nearest 1,000.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" y="2478024"/>
            <a:ext cx="8778240" cy="594360"/>
          </a:xfrm>
          <a:prstGeom prst="rect">
            <a:avLst/>
          </a:prstGeom>
          <a:solidFill>
            <a:srgbClr val="E0F2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What is the value of the digit 7 in 3.7?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" y="3099816"/>
            <a:ext cx="87782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Which is larger:  3.7  or  3.09?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4  ·  Rounding to the Nearest Integer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 Starter — Review Lesson 3 — Answers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34440"/>
            <a:ext cx="8778240" cy="594360"/>
          </a:xfrm>
          <a:prstGeom prst="rect">
            <a:avLst/>
          </a:prstGeom>
          <a:solidFill>
            <a:srgbClr val="E0F2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1.  8,000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" y="1856232"/>
            <a:ext cx="87782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2.  46,000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" y="2478024"/>
            <a:ext cx="8778240" cy="594360"/>
          </a:xfrm>
          <a:prstGeom prst="rect">
            <a:avLst/>
          </a:prstGeom>
          <a:solidFill>
            <a:srgbClr val="E0F2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7 tenths  (0.7)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" y="3099816"/>
            <a:ext cx="87782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3.7  (7 tenths &gt; 0 tenths)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4  ·  Rounding to the Nearest Integer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6A1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 Key Words for Today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123444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23444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048000" y="123444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93720" y="123444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number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13120" y="123444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58840" y="123444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Decimal point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82880" y="196596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96596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decimal place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048000" y="196596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93720" y="196596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Tenths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13120" y="196596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58840" y="196596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up / down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4  ·  Rounding to the Nearest Integer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The Rule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512064"/>
          </a:xfrm>
          <a:prstGeom prst="rect">
            <a:avLst/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Look at the FIRST DECIMAL PLACE — the digit immediately right of the decimal point.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" y="1746504"/>
            <a:ext cx="8778240" cy="512064"/>
          </a:xfrm>
          <a:prstGeom prst="rect">
            <a:avLst/>
          </a:prstGeom>
          <a:solidFill>
            <a:srgbClr val="DDE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If that digit is 0, 1, 2, 3 or 4  →  stay the same  (drop all decimal digits)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2276856"/>
            <a:ext cx="8778240" cy="512064"/>
          </a:xfrm>
          <a:prstGeom prst="rect">
            <a:avLst/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If that digit is 5, 6, 7, 8 or 9  →  round UP    (add 1 to the units digit, drop all decimals)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" y="2862072"/>
            <a:ext cx="8778240" cy="475488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86207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Integer = whole number.  The decimal point and everything after it disappears in the answer.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4  ·  Rounding to the Nearest Integer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FFF9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I Do — Example 1  (Watch Me!)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57200"/>
          </a:xfrm>
          <a:prstGeom prst="rect">
            <a:avLst/>
          </a:prstGeom>
          <a:solidFill>
            <a:srgbClr val="FFFD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  Round 3.7 to the nearest whole number.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2880" y="178308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Think:  Which digit do I look at?  Is it ≥ 5 or &lt; 5?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2212848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212848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" y="2871216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871216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2880" y="3529584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529584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4  ·  Rounding to the Nearest Integer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I Do — Example 1  (Solution)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57200"/>
          </a:xfrm>
          <a:prstGeom prst="rect">
            <a:avLst/>
          </a:prstGeom>
          <a:solidFill>
            <a:srgbClr val="FFFD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  Round 3.7 to the nearest whole number.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2880" y="1783080"/>
            <a:ext cx="8778240" cy="521208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 Find the units digit → 3  |  first decimal place → 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2322576"/>
            <a:ext cx="8778240" cy="521208"/>
          </a:xfrm>
          <a:prstGeom prst="rect">
            <a:avLst/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 7 ≥ 5, so we ROUND 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" y="2862072"/>
            <a:ext cx="8778240" cy="521208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 Units digit 3 increases to 4  →  decimal part disappears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" y="3456432"/>
            <a:ext cx="8778240" cy="512064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456432"/>
            <a:ext cx="850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3.7  rounded to the nearest whole number  =  4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4  ·  Rounding to the Nearest Integer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FFF9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I Do — Example 2  (Watch Me!)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57200"/>
          </a:xfrm>
          <a:prstGeom prst="rect">
            <a:avLst/>
          </a:prstGeom>
          <a:solidFill>
            <a:srgbClr val="FFFD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  Round 12.3 to the nearest whole number.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2880" y="178308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Think:  Which digit do I look at?  Is it ≥ 5 or &lt; 5?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2212848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212848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" y="2871216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871216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2880" y="3529584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529584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4  ·  Rounding to the Nearest Integer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I Do — Example 2  (Solution)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57200"/>
          </a:xfrm>
          <a:prstGeom prst="rect">
            <a:avLst/>
          </a:prstGeom>
          <a:solidFill>
            <a:srgbClr val="FFFD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  Round 12.3 to the nearest whole number.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2880" y="1783080"/>
            <a:ext cx="8778240" cy="521208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 Find the units digit → 2  |  first decimal place →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2322576"/>
            <a:ext cx="8778240" cy="521208"/>
          </a:xfrm>
          <a:prstGeom prst="rect">
            <a:avLst/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 3 &lt; 5, so we STAYS THE SAME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" y="2862072"/>
            <a:ext cx="8778240" cy="521208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 Units digit stays as 2  →  decimal part disappears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" y="3456432"/>
            <a:ext cx="8778240" cy="512064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456432"/>
            <a:ext cx="850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12.3  rounded to the nearest whole number  =  12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4  ·  Rounding to the Nearest Integer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1976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Your Turn!  (Try these on your own)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1216152"/>
            <a:ext cx="877824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1615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 Round 5.8 to the nearest whole number.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2880" y="1947672"/>
            <a:ext cx="8778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94767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 Round 9.2 to the nearest whole number.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82880" y="2679192"/>
            <a:ext cx="877824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67919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 Round 14.5 to the nearest whole number.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82880" y="3410712"/>
            <a:ext cx="8778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41071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  Round 0.6 to the nearest whole number.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4  ·  Rounding to the Nearest Integer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Your Turn! — Answers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1216152"/>
            <a:ext cx="512064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1615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 Round 5.8 to the nearest whole number.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0" y="1216152"/>
            <a:ext cx="3474720" cy="658368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0" y="121615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6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82880" y="1947672"/>
            <a:ext cx="5120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4767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 Round 9.2 to the nearest whole number.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0" y="1947672"/>
            <a:ext cx="3474720" cy="658368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194767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9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82880" y="2679192"/>
            <a:ext cx="512064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67919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 Round 14.5 to the nearest whole number.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0" y="2679192"/>
            <a:ext cx="3474720" cy="658368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267919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15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82880" y="3410712"/>
            <a:ext cx="5120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41071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  Round 0.6 to the nearest whole number.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0" y="3410712"/>
            <a:ext cx="3474720" cy="658368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341071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1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4  ·  Rounding to the Nearest Integer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 Challenge!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02336"/>
          </a:xfrm>
          <a:prstGeom prst="rect">
            <a:avLst/>
          </a:prstGeom>
          <a:solidFill>
            <a:srgbClr val="F3E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1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A plumber has a pipe 7.4 m long. A bag of apples weighs 2.7 kg.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709928"/>
            <a:ext cx="8778240" cy="585216"/>
          </a:xfrm>
          <a:prstGeom prst="rect">
            <a:avLst/>
          </a:prstGeom>
          <a:solidFill>
            <a:srgbClr val="FFF3E0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709928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 Round 7.4 m to the nearest whole metre.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82880" y="2359152"/>
            <a:ext cx="8778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359152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 Round 2.7 kg to the nearest kg.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82880" y="3008376"/>
            <a:ext cx="8778240" cy="585216"/>
          </a:xfrm>
          <a:prstGeom prst="rect">
            <a:avLst/>
          </a:prstGeom>
          <a:solidFill>
            <a:srgbClr val="FCE4E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008376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GCSE style:  Write 15.6 to the nearest whole number.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4  ·  Rounding to the Nearest Integer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6A1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 Challenge — Answers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02336"/>
          </a:xfrm>
          <a:prstGeom prst="rect">
            <a:avLst/>
          </a:prstGeom>
          <a:solidFill>
            <a:srgbClr val="F3E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1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A plumber has a pipe 7.4 m long. A bag of apples weighs 2.7 kg.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709928"/>
            <a:ext cx="8778240" cy="585216"/>
          </a:xfrm>
          <a:prstGeom prst="rect">
            <a:avLst/>
          </a:prstGeom>
          <a:solidFill>
            <a:srgbClr val="FFF3E0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709928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 7.4 m  →  7 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2880" y="2359152"/>
            <a:ext cx="8778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359152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 2.7 kg  →  3 kg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82880" y="3008376"/>
            <a:ext cx="8778240" cy="585216"/>
          </a:xfrm>
          <a:prstGeom prst="rect">
            <a:avLst/>
          </a:prstGeom>
          <a:solidFill>
            <a:srgbClr val="FCE4E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008376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15.6  →  16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4  ·  Rounding to the Nearest Integer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1A237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🏁  Exit Ticket — Can you do it?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1234440"/>
            <a:ext cx="8778240" cy="914400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3444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Round 9.999 to the nearest whole number.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82880" y="2258568"/>
            <a:ext cx="8778240" cy="914400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258568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A length is 8 cm when rounded to the nearest integer.  Write the range of values it could take using inequalities.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" y="3328416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your answers. Be ready to share with the class. ✏️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4  ·  Rounding to the Nearest Integer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0069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🏁  Exit Ticket — Can you do it? — Answers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1234440"/>
            <a:ext cx="8778240" cy="9144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3444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1.  10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82880" y="2258568"/>
            <a:ext cx="8778240" cy="9144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258568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7.5 ≤ length &lt; 8.5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2026-06-29T19:16:59Z</dcterms:created>
  <dcterms:modified xsi:type="dcterms:W3CDTF">2026-06-29T19:16:59Z</dcterms:modified>
</cp:coreProperties>
</file>