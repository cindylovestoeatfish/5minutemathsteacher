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8 x 8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-6 x 3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3 + 4 x 2²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nth term of 7, 10, 13, 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3n + 4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4² + 3²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3 · LESSON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Introduction to Quadratic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recognise a quadratic sequence from its differences.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nth term of a simple quadratic sequence of the form n² + c or an².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Quadratic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Second difference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Coefficient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When the Rule Isn't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Compare a linear pattern (adding the same amount each time) with a growing square pattern of dots: 1, 4, 9, 16, 25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In the square pattern, the amount added keeps changing — there is no constant term-to-term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Why do you think these sequences don't have one fixed term-to-term rule?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3, 6, 11, 18, 27,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First differences: 3, 5, 7, 9 (not constant).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Second differences: 2, 2, 2 (constant — this is quadratic!).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Coefficient of n² = second difference ÷ 2 = 1. Compare to n² (1,4,9,16,25): sequence is always +2 more.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n² + 2.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5, 8, 13, 20, 29,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First differences: 3, 5, 7, 9. Second differences: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Coefficient of n² = ___ ÷ 2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Compare to n² (1,4,9,16,25): sequence is always +___ more.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n² + 4.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4, 7, 12, 19, 28, ... Find the nth term.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1st differences: 3,5,7,9. 2nd differences: ___. Coefficient = ___. Compare to n²: always +___.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6, 9, 14, 21, 30, ... Find the nth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2, 5, 10, 17, 26, ... Find the nth term.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2, 8, 18, 32, 50, ... Find the nth term (coefficient is not 1 this time!).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has nth term n² + 3n. Find the first four terms and show that the second difference is 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growing square-plus-border pattern has 1, 5, 13, 25, 41 dots. Find the second difference and use it to find the coefficient of n² (you do not need the full nth term).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Difference Detectives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Four sequences appear on the board — some linear, some quadratic.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In pairs, find the first differences and decide: linear or quadratic? Hold up your whiteboard verdict.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Quick reveal and discussion after each round — justify your reasoning if picked.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A sequence has second difference 6. What is the coefficient of n² in its nth term?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