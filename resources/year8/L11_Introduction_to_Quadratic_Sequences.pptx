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1.  8 x 8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2.  -6 x 3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3.  3 + 4 x 2²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4.  Find the nth term of 7, 10, 13, 16.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3n + 4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5.  4² + 3²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WEEK 3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000000"/>
                </a:solidFill>
                <a:latin typeface="Arial"/>
              </a:rPr>
              <a:t>Introduction to Quadratic Sequences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recognise a quadratic sequence from its differences.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I can find the nth term of a simple quadratic sequence of the form n² + c or an².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Quadratic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58768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Second difference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425696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n²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992624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8288" bIns="18288"/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Coefficient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When the Rule Isn't Constant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772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Compare a linear pattern (adding the same amount each time) with a growing square pattern of dots: 1, 4, 9, 16, 25 ...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In the square pattern, the amount added keeps changing — there is no constant term-to-term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Think, pair, share: Why do you think these sequences don't have one fixed term-to-term rule?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3, 6, 11, 18, 27,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1: First differences: 3, 5, 7, 9 (not constant).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2: Second differences: 2, 2, 2 (constant — this is quadratic!).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Step 3: Coefficient of n² = second difference ÷ 2 = 1. Compare to n² (1,4,9,16,25): sequence is always +2 more.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n² + 2.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Find the nth term of: 5, 8, 13, 20, 29,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7729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First differences: 3, 5, 7, 9. Second differences: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Coefficient of n² = ___ ÷ 2 = ___.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Compare to n² (1,4,9,16,25): sequence is always +___ more.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0" i="0">
                <a:solidFill>
                  <a:srgbClr val="000000"/>
                </a:solidFill>
                <a:latin typeface="Arial"/>
              </a:rPr>
              <a:t>-  Answer: nth term = n² + 4.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Question 1 is scaffolded to get you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Q1  (scaffold)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4, 7, 12, 19, 28, ... Find the nth term.</a:t>
            </a:r>
          </a:p>
          <a:p>
            <a:pPr>
              <a:spcBef>
                <a:spcPts val="600"/>
              </a:spcBef>
            </a:pPr>
            <a:r>
              <a:rPr sz="1600" b="0" i="1">
                <a:solidFill>
                  <a:srgbClr val="595959"/>
                </a:solidFill>
                <a:latin typeface="Arial"/>
              </a:rPr>
              <a:t>1st differences: 3,5,7,9. 2nd differences: ___. Coefficient = ___. Compare to n²: always +___.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74519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Q2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6, 9, 14, 21, 30, ... Find the nth term.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Q3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2, 5, 10, 17, 26, ... Find the nth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4160520"/>
            <a:ext cx="545576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 bIns="91440"/>
          <a:lstStyle/>
          <a:p>
            <a:pPr algn="ctr"/>
            <a:r>
              <a:rPr sz="1600" b="1" i="0">
                <a:solidFill>
                  <a:srgbClr val="595959"/>
                </a:solidFill>
                <a:latin typeface="Arial"/>
              </a:rPr>
              <a:t>Q4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000000"/>
                </a:solidFill>
                <a:latin typeface="Arial"/>
              </a:rPr>
              <a:t>2, 8, 18, 32, 50, ... Find the nth term (coefficient is not 1 this time!).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1">
                <a:solidFill>
                  <a:srgbClr val="595959"/>
                </a:solidFill>
                <a:latin typeface="Arial"/>
              </a:rPr>
              <a:t>For students who are ready to go further.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sequence has nth term n² + 3n. Find the first four terms and show that the second difference is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1277295" cy="19202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46304" bIns="91440"/>
          <a:lstStyle/>
          <a:p>
            <a:pPr algn="ctr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  <a:p>
            <a:pPr>
              <a:spcBef>
                <a:spcPts val="400"/>
              </a:spcBef>
            </a:pPr>
            <a:r>
              <a:rPr sz="2200" b="0" i="0">
                <a:solidFill>
                  <a:srgbClr val="000000"/>
                </a:solidFill>
                <a:latin typeface="Arial"/>
              </a:rPr>
              <a:t>A growing square-plus-border pattern has 1, 5, 13, 25, 41 dots. Find the second difference and use it to find the coefficient of n² (you do not need the full nth term).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Arial"/>
              </a:rPr>
              <a:t>Y8 SEQUENCES · L11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000000"/>
                </a:solidFill>
                <a:latin typeface="Arial"/>
              </a:rPr>
              <a:t>Difference Detectives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Arial"/>
              </a:rPr>
              <a:t>In pairs, find the first (and if needed second) differences and hold up your whiteboard verdict: linear or quadratic?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1. 3, 7, 11, 15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Linear (constant 1st difference +4)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2. 1, 4, 9, 16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Quadratic (2nd difference +2)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3. 2, 5, 10, 17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Quadratic (2nd difference +2)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4. 5, 8, 11, 14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Linear (constant 1st difference +3)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31699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5. 0, 3, 8, 15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Quadratic (2nd difference +2)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4465319"/>
            <a:ext cx="5455767" cy="1295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6. 6, 10, 14, 18   </a:t>
            </a:r>
            <a:r>
              <a:rPr sz="1500" b="1" i="0">
                <a:solidFill>
                  <a:srgbClr val="2B6B3D"/>
                </a:solidFill>
                <a:latin typeface="Arial"/>
              </a:rPr>
              <a:t>Linear (constant 1st difference +4)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97880"/>
            <a:ext cx="11277295" cy="54864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Exit check: A sequence has second difference 6. What is the coefficient of n² in its nth term?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Y8 Sequences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