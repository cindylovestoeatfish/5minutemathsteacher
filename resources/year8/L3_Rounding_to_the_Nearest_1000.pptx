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  —  Rounding &amp; Estimation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438912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Rounding to the Nearest 1,000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5448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Learning Objective:  I can round any number to the nearest 1,000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74320" y="24231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Today's Lesson:  Starter  →  Key Words  →  The Rule  →  I Do  →  You Do  →  Challenge  →  Exit Ticket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  ·  Rounding to the Nearest 1,000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0069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 Starter — Review Lesson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34440"/>
            <a:ext cx="8778240" cy="594360"/>
          </a:xfrm>
          <a:prstGeom prst="rect">
            <a:avLst/>
          </a:prstGeom>
          <a:solidFill>
            <a:srgbClr val="E0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Round 682 to the nearest 100.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" y="1856232"/>
            <a:ext cx="87782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Round 2,651 to the nearest 100.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" y="2478024"/>
            <a:ext cx="8778240" cy="594360"/>
          </a:xfrm>
          <a:prstGeom prst="rect">
            <a:avLst/>
          </a:prstGeom>
          <a:solidFill>
            <a:srgbClr val="E0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A number rounds to 400 to the nearest 100. Write a possible value.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" y="3099816"/>
            <a:ext cx="87782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What digit do you look at when rounding to the nearest 100?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  ·  Rounding to the Nearest 1,000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 Starter — Review Lesson 2 — Answers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34440"/>
            <a:ext cx="8778240" cy="594360"/>
          </a:xfrm>
          <a:prstGeom prst="rect">
            <a:avLst/>
          </a:prstGeom>
          <a:solidFill>
            <a:srgbClr val="E0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1.  700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" y="1856232"/>
            <a:ext cx="87782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2.  2,700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" y="2478024"/>
            <a:ext cx="8778240" cy="594360"/>
          </a:xfrm>
          <a:prstGeom prst="rect">
            <a:avLst/>
          </a:prstGeom>
          <a:solidFill>
            <a:srgbClr val="E0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Any value from 350 to 449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" y="3099816"/>
            <a:ext cx="87782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The TENS digit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  ·  Rounding to the Nearest 1,000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6A1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 Key Words for Today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23444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23444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Thousands digit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048000" y="123444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93720" y="123444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Hundreds digit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13120" y="123444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58840" y="123444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up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2880" y="196596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96596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the same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048000" y="196596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93720" y="196596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13120" y="196596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58840" y="196596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  ·  Rounding to the Nearest 1,000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The Rule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512064"/>
          </a:xfrm>
          <a:prstGeom prst="rect">
            <a:avLst/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Look at the HUNDREDS digit — the digit immediately right of the thousands column.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" y="1746504"/>
            <a:ext cx="8778240" cy="512064"/>
          </a:xfrm>
          <a:prstGeom prst="rect">
            <a:avLst/>
          </a:prstGeom>
          <a:solidFill>
            <a:srgbClr val="DDE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If the hundreds digit is 0–4  →  stay the same  (keep thousands digit, change rest to 0)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2276856"/>
            <a:ext cx="8778240" cy="512064"/>
          </a:xfrm>
          <a:prstGeom prst="rect">
            <a:avLst/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If the hundreds digit is 5–9  →  round UP    (add 1 to thousands digit, rest → 0)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" y="2862072"/>
            <a:ext cx="8778240" cy="475488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86207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Pattern: nearest 10 → look at units;  nearest 100 → tens;  nearest 1,000 → hundreds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  ·  Rounding to the Nearest 1,000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FFF9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I Do — Example 1  (Watch Me!)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57200"/>
          </a:xfrm>
          <a:prstGeom prst="rect">
            <a:avLst/>
          </a:prstGeom>
          <a:solidFill>
            <a:srgbClr val="FFFD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  Round 4,382 to the nearest 1,000.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2880" y="178308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Think:  Which digit do I look at?  Is it ≥ 5 or &lt; 5?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2212848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212848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2871216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871216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2880" y="3529584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529584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  ·  Rounding to the Nearest 1,000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I Do — Example 1  (Solution)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57200"/>
          </a:xfrm>
          <a:prstGeom prst="rect">
            <a:avLst/>
          </a:prstGeom>
          <a:solidFill>
            <a:srgbClr val="FFFD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  Round 4,382 to the nearest 1,000.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2880" y="1783080"/>
            <a:ext cx="8778240" cy="52120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 Find the thousands digit → 4  |  hundreds digit →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2322576"/>
            <a:ext cx="8778240" cy="521208"/>
          </a:xfrm>
          <a:prstGeom prst="rect">
            <a:avLst/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 3 &lt; 5, so we STAYS THE SAME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" y="2862072"/>
            <a:ext cx="8778240" cy="52120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 Thousands digit stays as 4  →  hundreds, tens &amp; units all become 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3456432"/>
            <a:ext cx="8778240" cy="512064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456432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4,382  rounded to the nearest 1,000  =  4,000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  ·  Rounding to the Nearest 1,000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FFF9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I Do — Example 2  (Watch Me!)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57200"/>
          </a:xfrm>
          <a:prstGeom prst="rect">
            <a:avLst/>
          </a:prstGeom>
          <a:solidFill>
            <a:srgbClr val="FFFD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  Round 7,501 to the nearest 1,000.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2880" y="178308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Think:  Which digit do I look at?  Is it ≥ 5 or &lt; 5?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2212848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212848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2871216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871216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2880" y="3529584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529584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  ·  Rounding to the Nearest 1,000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I Do — Example 2  (Solution)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57200"/>
          </a:xfrm>
          <a:prstGeom prst="rect">
            <a:avLst/>
          </a:prstGeom>
          <a:solidFill>
            <a:srgbClr val="FFFD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  Round 7,501 to the nearest 1,000.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2880" y="1783080"/>
            <a:ext cx="8778240" cy="52120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 Find the thousands digit → 7  |  hundreds digit → 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2322576"/>
            <a:ext cx="8778240" cy="521208"/>
          </a:xfrm>
          <a:prstGeom prst="rect">
            <a:avLst/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 5 ≥ 5, so we ROUND 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" y="2862072"/>
            <a:ext cx="8778240" cy="52120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 Thousands digit 7 increases to 8  →  rest become 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3456432"/>
            <a:ext cx="8778240" cy="512064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456432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7,501  rounded to the nearest 1,000  =  8,000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  ·  Rounding to the Nearest 1,000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1976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Your Turn!  (Try these on your own)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216152"/>
            <a:ext cx="877824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1615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 Round 3,200 to the nearest 1,000.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2880" y="1947672"/>
            <a:ext cx="8778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94767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 Round 8,750 to the nearest 1,000.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82880" y="2679192"/>
            <a:ext cx="877824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67919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 Round 12,499 to the nearest 1,000.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2880" y="3410712"/>
            <a:ext cx="8778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41071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 Round 45,600 to the nearest 1,000.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  ·  Rounding to the Nearest 1,000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Your Turn! — Answers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216152"/>
            <a:ext cx="512064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1615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 Round 3,200 to the nearest 1,000.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0" y="1216152"/>
            <a:ext cx="3474720" cy="658368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0" y="121615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3,000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82880" y="1947672"/>
            <a:ext cx="5120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4767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 Round 8,750 to the nearest 1,000.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0" y="1947672"/>
            <a:ext cx="3474720" cy="658368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194767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9,000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82880" y="2679192"/>
            <a:ext cx="512064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67919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 Round 12,499 to the nearest 1,000.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0" y="2679192"/>
            <a:ext cx="3474720" cy="658368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267919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12,000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82880" y="3410712"/>
            <a:ext cx="5120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41071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 Round 45,600 to the nearest 1,000.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0" y="3410712"/>
            <a:ext cx="3474720" cy="658368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341071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46,000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  ·  Rounding to the Nearest 1,000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 Challenge!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02336"/>
          </a:xfrm>
          <a:prstGeom prst="rect">
            <a:avLst/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A city museum had 84,372 visitors. A company made £237,850 profit.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709928"/>
            <a:ext cx="8778240" cy="585216"/>
          </a:xfrm>
          <a:prstGeom prst="rect">
            <a:avLst/>
          </a:prstGeom>
          <a:solidFill>
            <a:srgbClr val="FFF3E0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709928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 Round 84,372 to the nearest 1,000.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82880" y="2359152"/>
            <a:ext cx="8778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359152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 Round £237,850 to the nearest £1,000.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82880" y="3008376"/>
            <a:ext cx="8778240" cy="585216"/>
          </a:xfrm>
          <a:prstGeom prst="rect">
            <a:avLst/>
          </a:prstGeom>
          <a:solidFill>
            <a:srgbClr val="FCE4E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008376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GCSE style:  Write 234,567 to the nearest 1,000.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  ·  Rounding to the Nearest 1,000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6A1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 Challenge — Answers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02336"/>
          </a:xfrm>
          <a:prstGeom prst="rect">
            <a:avLst/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A city museum had 84,372 visitors. A company made £237,850 profit.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709928"/>
            <a:ext cx="8778240" cy="585216"/>
          </a:xfrm>
          <a:prstGeom prst="rect">
            <a:avLst/>
          </a:prstGeom>
          <a:solidFill>
            <a:srgbClr val="FFF3E0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709928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 84,372  →  84,000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2880" y="2359152"/>
            <a:ext cx="8778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359152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 £237,850  →  £238,000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82880" y="3008376"/>
            <a:ext cx="8778240" cy="585216"/>
          </a:xfrm>
          <a:prstGeom prst="rect">
            <a:avLst/>
          </a:prstGeom>
          <a:solidFill>
            <a:srgbClr val="FCE4E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008376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234,567  →  235,000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  ·  Rounding to the Nearest 1,000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1A237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🏁  Exit Ticket — Can you do it?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234440"/>
            <a:ext cx="8778240" cy="914400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3444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Round 99,500 to the nearest 1,000.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2880" y="2258568"/>
            <a:ext cx="8778240" cy="914400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258568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A number rounds to 6,000 to the nearest 1,000.  Write the largest whole number it could be.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" y="3328416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your answers. Be ready to share with the class. ✏️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  ·  Rounding to the Nearest 1,000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0069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🏁  Exit Ticket — Can you do it? — Answers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234440"/>
            <a:ext cx="8778240" cy="9144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3444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100,000  (careful — the hundreds digit 5 causes a carry!)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82880" y="2258568"/>
            <a:ext cx="8778240" cy="9144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258568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2.  6,499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2026-06-29T19:16:58Z</dcterms:created>
  <dcterms:modified xsi:type="dcterms:W3CDTF">2026-06-29T19:16:58Z</dcterms:modified>
</cp:coreProperties>
</file>