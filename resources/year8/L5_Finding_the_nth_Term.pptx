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4 x 12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-7 + -3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(6 + 4) x 2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Sequence 3, 7, 11, 15 — term-to-term rule?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+4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3 x 7 + 1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Finding the nth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nth term rule of a linear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use the common difference to build the nth term expression.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Linear sequence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Common difference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Why Count One By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If a sequence had 100 terms, would you want to count up term-by-term to find the 100th one?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formula connecting the position number (n) to the term value lets us jump straight there.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How could a rule linking position and value save us time?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5, 8, 11, 14,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Find the common difference. 8-5=3, so the coefficient of n is 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Find the constant. 1st term - difference = 5 - 3 = 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Write the rule. nth term = 3n + 2.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Check: n=1 gives 3(1)+2=5. Correct!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4, 9, 14, 19,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Common difference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Constant = 4 - 5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nth term = ___n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5n - 1. Check: n=1 gives 5-1=4. Correct!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6, 10, 14, 18, ... Find the nth term.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Difference = ___.  Constant = 6 - difference = ___.  nth term = ___n + 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2, 7, 12, 17, ... Find the nth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10, 17, 24, 31, ... Find the nth term.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8, 19, 30, 41, ... Find the nth term.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has nth term 6n - 4. Find the first four terms and the 50th term.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Two sequences have nth terms 4n + 1 and 3n + 10. Find the value of n where both give the same term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nth Term Detective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In pairs, race to find the nth term for each sequence on your whiteboards — first correct pair 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1. 9, 13, 17, 21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4n + 5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2. 3, 8, 13, 18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5n − 2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3. 7, 12, 17, 22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5n + 2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4. 6, 14, 22, 30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8n − 2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5. 1, 5, 9, 13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4n − 3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6. 10, 16, 22, 28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6n + 4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Write the nth term for 9, 13, 17, 21 on your whiteboard and hold it 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