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x + 9 = 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5x − 8 =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3(x + 2) =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Solve: -2(x − 1) =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x ÷ 4 + 3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Consolidation and Review (Weeks 1-3)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Consolidate one-step, two-step, and bracket equations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Identify which 'family' of equation a question belongs to before solving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Build overall confidence ahead of the final stage (unknowns on both sides)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Consolidation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Sorting the Equation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Over the last three weeks we've met one-step equations, two-step equations, and bracket equations.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first job when solving ANY equation is to identify which family it belongs to.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Today's mixed practice will test all three — read carefully before you start solving.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Sort these into families: x + 5 = 12, 3(x + 1) = 9, 2x − 4 = 6. Which is which?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Sort and solve: 4(x − 3) =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Spot the family: this has a bracket, so it's a bracket equation.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4: x − 3 =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Add 3 to both sides: x =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4 × (5 − 3) = 4 × 2 = 8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Sort and solve: 6x + 4 = 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Spot the family: no brackets, two operations (×6 then +4) — a two-step equation.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4 from both sides: 6x = -12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6: x = -2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6 × (-2) + 4 = -12 + 4 = -8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− 7 = -10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+ 5 = -4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2(x + 6) = 10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-3x + 2 = 14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5(x − 2) = -15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-4x − 6 = 10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Family Sort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Card set — sort into 'one-step', 'two-step', 'bracket' piles, then solve one from each pile.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x − 8 = -15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one-step; x = 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3x + 7 =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two-step; x = 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2(x + 4) = 18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bracket; x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x + 11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one-step; x = 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5x − 9 = 16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two-step; x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4(x − 3) = 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bracket; x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6x = -54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one-step; x = 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-3(x + 2) = -9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bracket; x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3(x + 4) = 6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