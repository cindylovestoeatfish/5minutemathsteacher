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£200 at 5% simple interest for 3 years. Find the interest.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£500 at 4% simple interest for 2 years. Find the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£540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State the multiplier for a 4%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Increase £500 by 4% using a multiplier.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£900 at 4% simple interest for 3 years. Find the total.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£1,008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3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Compound Interest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the difference between simple and compound interest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Calculate compound interest using a repeated multiplier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Compare simple and compound interest over the same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Compound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Multiplier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Year on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Repeated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Interest on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Simple interest is always calculated on the original amount.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Compound interest is different — each year, interest is calculated on the NEW total, including previous interest.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means the amount grows faster than with simple interest.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£500 earns 4% interest for 2 years. Do you think compound interest will give more or less than simple interest?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£500 is invested at 4% compound interest. Find the value after 2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The multiplier for a 4% increase is 1.04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1: 500 × 1.04 = 520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2: 520 × 1.04 = 540.80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(This is the same as 500 × 1.04²)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£1,000 is invested at 5% compound interest for 3 years. Find the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1: 1000 × 1.05 = 1050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2: 1050 × 1.05 = 1102.50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3: 1102.50 × 1.05 = £1,157.63 (2 d.p.)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£200 at 10% compound interest for 2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£400 at 5% compound interest for 2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£800 at 2% compound interest for 3 years.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£848.97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£300 at 20% compound interest for 2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Compare simple vs compound interest: £1,000 at 5% for 3 years. Which earns more, and by how much?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Compound earns more, by £7.63 (£1,157.63 vs £1,150)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car worth £15,000 depreciates by 12% per year (compound decrease). Find its value after 2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£11,616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Compound Growth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compound interest question (2 years each). Students calculate year by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1157.63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£100 at 10%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£500 at 2%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£520.20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£250 at 4%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£270.40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£600 at 5%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£661.50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£1,000 at 1%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£1,020.10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£150 at 20%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£800 at 5%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£200 at 8% compound, 2 yrs?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£233.28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£400 is invested at 10% compound interest for 2 years. Find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