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Find the HCF of 12 and 18.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Find the HCF of 15 and 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Find 65% of £140.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18 out of 24 as a percentage.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£600 at 3% simple interest for 4 years. Find the interest.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4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Introduction to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Understand what a ratio represents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Write and simplify ratios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Link ratio to equivalent fractions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Ratio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Simplify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Part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Whole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Equivalent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Comparing Quantities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A ratio compares two or more quantities — for example, mixing paint, or squash and water.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Ratios are written with a colon, like 2:3, and can be simplified just like fractions.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To simplify a ratio, divide every part by the highest common factor (HCF).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A squash recipe uses 1 part squash to 4 parts water. What does this tell you about the mixture?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Simplify the ratio 12:18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Find the HCF of 12 and 18: HCF = 6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Divide both parts by 6: 12 ÷ 6 : 18 ÷ 6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Simplified ratio: 2:3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Simplify the ratio 15:25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Find the HCF of 15 and 25: HCF = 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Divide both parts by 5: 15 ÷ 5 : 25 ÷ 5 = 3:5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Simplify 8:12.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2:3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Simplify 9:15.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3:5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Simplify 10:4.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5:2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Simplify 18:24.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3:4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Simplify the ratio 1.5:2 (multiply to remove decimals first).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4575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3:4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0075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0075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Simplify 3/4 : 1/2 (write as whole numbers first).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3583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3:2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Ratio 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ratio. Students simplify it as fast as possible and hold up their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Simplify 6:9?   </a:t>
            </a:r>
            <a:r>
              <a:rPr sz="1500" b="1">
                <a:solidFill>
                  <a:srgbClr val="2B6B3D"/>
                </a:solidFill>
                <a:latin typeface="Arial"/>
              </a:rPr>
              <a:t>2:3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Simplify 20:30?   </a:t>
            </a:r>
            <a:r>
              <a:rPr sz="1500" b="1">
                <a:solidFill>
                  <a:srgbClr val="2B6B3D"/>
                </a:solidFill>
                <a:latin typeface="Arial"/>
              </a:rPr>
              <a:t>2:3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Simplify 14:21?   </a:t>
            </a:r>
            <a:r>
              <a:rPr sz="1500" b="1">
                <a:solidFill>
                  <a:srgbClr val="2B6B3D"/>
                </a:solidFill>
                <a:latin typeface="Arial"/>
              </a:rPr>
              <a:t>2:3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Simplify 12:20?   </a:t>
            </a:r>
            <a:r>
              <a:rPr sz="1500" b="1">
                <a:solidFill>
                  <a:srgbClr val="2B6B3D"/>
                </a:solidFill>
                <a:latin typeface="Arial"/>
              </a:rPr>
              <a:t>3:5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Simplify 16:24?   </a:t>
            </a:r>
            <a:r>
              <a:rPr sz="1500" b="1">
                <a:solidFill>
                  <a:srgbClr val="2B6B3D"/>
                </a:solidFill>
                <a:latin typeface="Arial"/>
              </a:rPr>
              <a:t>2:3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Simplify 21:28?   </a:t>
            </a:r>
            <a:r>
              <a:rPr sz="1500" b="1">
                <a:solidFill>
                  <a:srgbClr val="2B6B3D"/>
                </a:solidFill>
                <a:latin typeface="Arial"/>
              </a:rPr>
              <a:t>3:4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Simplify 25:10?   </a:t>
            </a:r>
            <a:r>
              <a:rPr sz="1500" b="1">
                <a:solidFill>
                  <a:srgbClr val="2B6B3D"/>
                </a:solidFill>
                <a:latin typeface="Arial"/>
              </a:rPr>
              <a:t>5:2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Simplify 27:18?   </a:t>
            </a:r>
            <a:r>
              <a:rPr sz="1500" b="1">
                <a:solidFill>
                  <a:srgbClr val="2B6B3D"/>
                </a:solidFill>
                <a:latin typeface="Arial"/>
              </a:rPr>
              <a:t>3:2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Simplify the ratio 32:40.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