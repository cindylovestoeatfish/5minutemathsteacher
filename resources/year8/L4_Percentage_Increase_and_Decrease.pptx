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Find 20% of £80.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Find 30% of £150.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Find 23% of 350 using a multiplier.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80.5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Find 8% of 650.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Find 37.5% of 96.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1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Percentage Increase and Decrease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Increase or decrease an amount by a given percentage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this to prices, wages and other real-life amounts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what percentage increase/decrease means in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Increase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Decrease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Original amount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Sales and Pay 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Shops advertise 'up to 30% off'. Employers give pay rises of '3%'.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To increase, find the percentage and add it on. To decrease, find it and subtract.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This is the same skill you already know — just one extra step at the end.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£50 jacket is reduced by 20%. Roughly how much cheaper do you expect it to be?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Increase £80 by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20% of £80: 80 × 0.2 = 16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Add this to the original amount: 80 + 16 = 96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£80 increased by 20% is £96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Decrease £150 by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30% of £150: 150 × 0.3 = 45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Subtract this from the original amount: 150 − 45 = 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Increase £60 by 10%.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Decrease £200 by 25%.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Increase £45 by 20%.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Decrease £90 by 15%.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£76.50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£320 laptop is reduced by 15%, then a further 10% off the new price. Find the final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£244.80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wage of £24,000 rises by 5%. Find the new wage.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£25,200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Sale Price Showdown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increase/decrease question. Students calculate the new amount and hold up their whiteboards.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76.5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Increase £40 by 25%?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Decrease £80 by 10%?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Increase £120 by 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Decrease £60 by 50%?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Increase £30 by 100%?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Decrease £150 by 20%?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Increase £70 by 40%?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Decrease £250 by 12%?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Increase £64 by 25%, then decrease your answer by 10%.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