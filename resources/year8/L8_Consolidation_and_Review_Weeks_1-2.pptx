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1.  Convert 5/8 to a percentage.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62.5%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2.  Find 45% of 80 using a multiplier.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3.  Increase £65 by 50%.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£97.50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4.  New price £108 after an 8% increase. Find the original price.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5.  A bill is £46 including a 15% service charge. Find the price before the charge.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WEEK 2 · LESSON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Arial"/>
              </a:rPr>
              <a:t>Consolidation and Review (Weeks 1–2)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Consolidate finding percentages, percentage change and reverse percentages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Select the correct method for a given problem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Build fluency and speed across all percentage skills so far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Method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5878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Fluency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2572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9266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Mixed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15960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Choosing the Right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Over the last two weeks you've learned four related skills: finding a percentage, increasing/decreasing, using multipliers, and reversing percentages.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The hardest part is often deciding which method a question needs — not doing the calculation.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Look for clues: 'find X% of' needs a straight calculation; 'the price is now' after a change usually needs reversing.</a:t>
            </a:r>
          </a:p>
          <a:p>
            <a:pPr algn="l"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Think, pair, share: How can you tell whether a question wants you to find a percentage of an amount, or work backwards to an original amount?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A games console costs £250. It is reduced by 12% in a sale, then VAT of 20% is added to the new price. Find the final price.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2960"/>
            <a:ext cx="11277295" cy="384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Reduce by 12%: 250 × 0.88 = 220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Add 20% VAT to the new price: 220 × 1.2 = 264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The final price is £264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A salary of £32,000 rises by 4%, then falls by 4% the next year. Is the salary back to £32,000?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2960"/>
            <a:ext cx="11277295" cy="384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After the rise: 32,000 × 1.04 = 33,280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After the fall: 33,280 × 0.96 = 31,948.80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No — the salary is now £31,948.80, which is lower than the original £32,000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9263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Find 65% of £140.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6216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6486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5749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Increase £84 by 25%.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270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£105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2972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35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Original price before 30% off if the sale price is £56.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918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458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8721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Convert 5/8 to a percentage.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2567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62.5%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0000"/>
            <a:ext cx="11277295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A laptop is £600. It is reduced by 20%, then increases by 20%. Find the final price and compare to £600.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51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£576 — lower than the original £600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83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5830"/>
            <a:ext cx="11277295" cy="325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A price rises by 10% to £198. Find the original price.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1585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£180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Percentage Relay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12772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Mixed relay covering weeks 1–2. Read each question; students choose the correct method before calculating.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Grid numbers: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1. Find 30% of £90?   </a:t>
            </a:r>
            <a:r>
              <a:rPr sz="1500" b="1">
                <a:solidFill>
                  <a:srgbClr val="2B6B3D"/>
                </a:solidFill>
                <a:latin typeface="Arial"/>
              </a:rPr>
              <a:t>£27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2. Increase £70 by 10%?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3. Original price if £72 is after 20% off?   </a:t>
            </a:r>
            <a:r>
              <a:rPr sz="1500" b="1">
                <a:solidFill>
                  <a:srgbClr val="2B6B3D"/>
                </a:solidFill>
                <a:latin typeface="Arial"/>
              </a:rPr>
              <a:t>£90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4. Convert 0.85 to a percentage?   </a:t>
            </a:r>
            <a:r>
              <a:rPr sz="1500" b="1">
                <a:solidFill>
                  <a:srgbClr val="2B6B3D"/>
                </a:solidFill>
                <a:latin typeface="Arial"/>
              </a:rPr>
              <a:t>85%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4495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5. Decrease £160 by 25%?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495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6. Original price if £115 is after 15% VAT?   </a:t>
            </a:r>
            <a:r>
              <a:rPr sz="1500" b="1">
                <a:solidFill>
                  <a:srgbClr val="2B6B3D"/>
                </a:solidFill>
                <a:latin typeface="Arial"/>
              </a:rPr>
              <a:t>£100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4495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7. Find 8% of £250?   </a:t>
            </a:r>
            <a:r>
              <a:rPr sz="1500" b="1">
                <a:solidFill>
                  <a:srgbClr val="2B6B3D"/>
                </a:solidFill>
                <a:latin typeface="Arial"/>
              </a:rPr>
              <a:t>£20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4495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8. Convert 9/20 to a percentage?   </a:t>
            </a:r>
            <a:r>
              <a:rPr sz="1500" b="1">
                <a:solidFill>
                  <a:srgbClr val="2B6B3D"/>
                </a:solidFill>
                <a:latin typeface="Arial"/>
              </a:rPr>
              <a:t>45%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2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Exit check: Which method would you use to find the original price before a 20% increase, and why?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